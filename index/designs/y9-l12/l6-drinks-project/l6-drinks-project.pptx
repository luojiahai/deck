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5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354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第十二课 · 外出就餐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5849" y="176213"/>
            <a:ext cx="3755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PP.117, 119, 121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开一家饭店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Drinks, Measure Words and Your Own Restaurant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4 · Lesson 12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3692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听力 · CD 48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44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听一听，连一连 · 课本 P.119 第 12 题 · CD 48 · 放两遍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14488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2551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25513"/>
            <a:ext cx="538284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小天 · 小文 · 小山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60674"/>
            <a:ext cx="5382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午饭时吃水果。　B 不常吃快餐。　C 中午在学校买盒饭吃。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14600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256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25626"/>
            <a:ext cx="578330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冬冬 · 小云 · 小明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60787"/>
            <a:ext cx="57833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 爱吃西瓜和梨。　E 晚饭时常吃蔬菜。　F 很胖，因为常吃快餐。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584129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六个人，八个句子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58412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 爱吃巧克力、冰淇淋、薯片等。　H 一家人常去饭店吃北京烤鸭。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14825"/>
            <a:ext cx="10972800" cy="823913"/>
          </a:xfrm>
          <a:prstGeom prst="roundRect">
            <a:avLst>
              <a:gd name="adj" fmla="val 9249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2585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25851"/>
            <a:ext cx="60236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这是这六节课的总复习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61012"/>
            <a:ext cx="60236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录音里有蔬菜、水果、快餐、零食、盒饭、烤鸭、红烧豆腐、炒肉丝。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402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对完答案问一句：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小明家爱吃什么？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三道菜都要用中文说出来。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702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81733" y="166688"/>
            <a:ext cx="19591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22397" y="180975"/>
            <a:ext cx="3688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847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84821"/>
            <a:ext cx="10972800" cy="1149251"/>
          </a:xfrm>
          <a:prstGeom prst="roundRect">
            <a:avLst>
              <a:gd name="adj" fmla="val 11051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394371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order drinks with the right measure words, and design and present a restaurant of our own.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4864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787997"/>
            <a:ext cx="10972800" cy="935236"/>
          </a:xfrm>
          <a:prstGeom prst="roundRect">
            <a:avLst>
              <a:gd name="adj" fmla="val 8148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4992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49922"/>
            <a:ext cx="412787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order a drink using 来 + 数量 + 杯／瓶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85083"/>
            <a:ext cx="412787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能用「来两杯绿茶」点饮料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75633"/>
            <a:ext cx="10972800" cy="935236"/>
          </a:xfrm>
          <a:prstGeom prst="roundRect">
            <a:avLst>
              <a:gd name="adj" fmla="val 8148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3755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37558"/>
            <a:ext cx="450465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match measure words to the right nouns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2719"/>
            <a:ext cx="450465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量词能用对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63269"/>
            <a:ext cx="10972800" cy="935236"/>
          </a:xfrm>
          <a:prstGeom prst="roundRect">
            <a:avLst>
              <a:gd name="adj" fmla="val 8148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5194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5194"/>
            <a:ext cx="55996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a menu and describe my restaurant in Chinese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60355"/>
            <a:ext cx="559962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能写菜单，能介绍我的饭店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b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100685" y="3866852"/>
            <a:ext cx="3327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bēi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杯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798862" y="5070723"/>
            <a:ext cx="9484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cup; glass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uBGefGcle/img/luch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38133" y="3866852"/>
            <a:ext cx="5914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lǜchá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绿茶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89752" y="5070723"/>
            <a:ext cx="894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green tea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来两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杯绿茶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green teas, please.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我每天早上喝一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杯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drink a glass of milk every morning.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吃完烤鸭以后，我们要了两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杯绿茶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the roast duck we ordered two green teas.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问：「杯」左边是「木」——为什么？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953" y="176213"/>
            <a:ext cx="4019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我每天喝 ________ 杯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「杯」热的冷的都能用。写两句，一句热饮一句冷饮，用「一边……一边……」或者「完……以后」连起来。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501" y="176213"/>
            <a:ext cx="3952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0uBGefGcle/img/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29694" y="3866852"/>
            <a:ext cx="47772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píng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95900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瓶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98291" y="5070723"/>
            <a:ext cx="5417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bottle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610154" y="2406253"/>
            <a:ext cx="6483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zài lái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89850" y="2888754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再来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7251799" y="3988445"/>
            <a:ext cx="34194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also bring…　·　同一句里接着点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再来两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two bottles of cola as well.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汽水多少钱？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How much is a bottle of soft drink?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来两杯绿茶，再来两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可乐。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green teas, and two bottles of cola as well.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问：为什么绿茶用「杯」，可乐用「瓶」？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89804" y="176213"/>
            <a:ext cx="402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 ________ 杯 ________ ，再来 ________ 瓶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给五个人点饮料，五个人要的都不一样，至少用三个不同的量词，最后说一共多少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块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766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量词 Measure words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量词用对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数量 + 量词 + 名词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571271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 → 烤鸭、鸡、猫　·　碗 → 米饭、汤、面条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57127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animals · rice, soup, noodles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62567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杯 → 绿茶、咖啡、牛奶　·　瓶 → 可乐、汽水、水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625678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cups and glasses · bottles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625678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 → 寿司、龙虾、蛋糕　·　块 → 三文鱼、巧克力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625678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general one · slabs and slices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量词用错，句子就不对——测验第二题考的就是这个。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104" y="176213"/>
            <a:ext cx="4344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2663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四个量词，一句话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26655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850505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来半只烤鸭、三碗米饭、两杯绿茶，再来两瓶可乐。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858220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Half a roast duck, three bowls of rice, two green teas, and two bottles of cola as well.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328071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这就是课文二的全部——只、碗、杯、瓶，一口气说完。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69446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一__绿茶，一__可乐 —— 哪个用「杯」？哪个用「瓶」？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69446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举手回答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31948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怎么说 </a:t>
            </a:r>
            <a:r>
              <a:rPr lang="en-US" sz="2100" b="1" i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two bottles of cola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31948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38277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来两个绿茶。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38277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应该是什么？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35364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烤鸭用「只」，米饭用什么？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35364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点名回答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112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量词比赛 · 课本 P.117 第 9 题 · 三分钟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11288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5893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四人一组。黑板上八个量词：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瓶 杯 只 碗 个 块 斤 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0436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每个量词找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名词，写在一张纸上。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497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配对最多的组赢——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配错扣一分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，所以不要乱猜。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92057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1733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38075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写完了就拿难的那一组：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辆 本 节 件 位 张 双 家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，其中两个还要用在完整的句子里。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32375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14 分钟 · 课本 p.121 第 15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2780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开一家自己的饭店 · 两人一组，两张 A4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27832"/>
            <a:ext cx="10972800" cy="3204121"/>
          </a:xfrm>
          <a:prstGeom prst="roundRect">
            <a:avLst>
              <a:gd name="adj" fmla="val 3964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7548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第一张 · 平面图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几层楼、几张餐桌、厨房和厕所在哪儿——全部用中文标出来。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182091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第二张 · 菜单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饭店的名字，菜分成 主食／甜品／饮料，每样写价钱。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16634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菜单里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至少用六道这一课的菜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至少用三个不同的量词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2511772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最后写三四句介绍你的饭店。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2984153"/>
            <a:ext cx="10531602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范例：这家饭店叫中港西餐馆，一共有两层。一楼有十张餐桌，可以坐下五十个人。二楼有十二张餐桌，可以坐下六十个人。厨房在一楼。男、女厕所一楼、二楼都有。在这家饭店你可以吃到……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4609654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80640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7250" y="5069830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菜单以外再写一段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食评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——四到六句，用顾客的口气，要有「挺……的」、一个「比」的比较（跟另一家饭店比）、还有「完……以后」。全班提问的时候要能用中文为你们的定价辩护（为什么你们的龙虾这么贵？）。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406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展示和评选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112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三四组上来展示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11288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5893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举起平面图和菜单，把介绍念出来。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80436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全班按课本的三个标准举手评分：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设计 · 画得好不好 · 中文用得怎么样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1497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其他组的作品贴在墙上。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92057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11733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380756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全班可以照着菜单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点菜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——展示的那一组当服务员，现场接单，「来」和量词都要用对。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21755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 · 六节课一起回看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207" y="176213"/>
            <a:ext cx="4608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6691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 · 今天回看的是</a:t>
            </a: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六节课</a:t>
            </a:r>
            <a:r>
              <a:rPr lang="en-US" sz="1100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，不只是今天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66938"/>
            <a:ext cx="10972800" cy="2749451"/>
          </a:xfrm>
          <a:prstGeom prst="roundRect">
            <a:avLst>
              <a:gd name="adj" fmla="val 461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14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先念今天三条，再放六节课的目标——每一条全班说「会」或者「还不会」。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76001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白板上写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这六节课里你最没把握的词，举起来。老师看哪几个词反复出现——测验前的复习就从那几个开始。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写一句。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79630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第四单元学完了。下节课开始第五单元——社区，说一说你家附近有什么。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26868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出门条：来 ________ 杯 ________ ，再来 ________ 瓶 ________ 。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2026-09-15T00:23:56Z</dcterms:created>
  <dcterms:modified xsi:type="dcterms:W3CDTF">2026-09-15T00:23:56Z</dcterms:modified>
</cp:coreProperties>
</file>