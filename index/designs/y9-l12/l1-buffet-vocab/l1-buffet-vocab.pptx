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1792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49500" y="166688"/>
            <a:ext cx="13369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第十二课 · 外出就餐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22397" y="176213"/>
            <a:ext cx="3688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7320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3 · PP.110–111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00176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1000"/>
              </a:spcBef>
              <a:buNone/>
            </a:pPr>
            <a:r>
              <a:rPr lang="en-US" sz="6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自助餐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581549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buNone/>
            </a:pPr>
            <a:r>
              <a:rPr lang="en-US" sz="30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At the Buffet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26734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9 · Book 3 · Unit 4 · Lesson 12 · 50 minutes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11342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Lesson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7245" y="176213"/>
            <a:ext cx="3945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20714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认字快闪 · FLASHCARDS, CHARACTERS ONLY · 一起读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534120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3583" y="1873746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零食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334917" y="1534120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38900" y="1873746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薯片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060234" y="1534120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164217" y="1873746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巧克力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09600" y="3197572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13583" y="3537198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冰淇淋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334917" y="3197572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438900" y="3537198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饼干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8060234" y="3197572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164217" y="3537198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糖果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09600" y="4835575"/>
            <a:ext cx="10972800" cy="840730"/>
          </a:xfrm>
          <a:prstGeom prst="roundRect">
            <a:avLst>
              <a:gd name="adj" fmla="val 15106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33450" y="5083225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白板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写一句：薯片多少钱一包？ · 用汉字写两个价钱：四块五 · 十二块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20294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 ·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7543" y="176213"/>
            <a:ext cx="3942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8169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81720"/>
            <a:ext cx="10972800" cy="784175"/>
          </a:xfrm>
          <a:prstGeom prst="roundRect">
            <a:avLst>
              <a:gd name="adj" fmla="val 16195"/>
            </a:avLst>
          </a:prstGeom>
          <a:solidFill>
            <a:srgbClr val="E4D5BC"/>
          </a:solidFill>
          <a:ln w="19050">
            <a:solidFill>
              <a:srgbClr val="7A44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591270"/>
            <a:ext cx="10531602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name the main dishes at a buffet and say what you can eat there.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09600" y="231829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2619821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78174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2781746"/>
            <a:ext cx="405409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name four buffet dishes in Chinese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9327" y="3116907"/>
            <a:ext cx="40540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能说出四种自助餐的菜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3697932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385985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279327" y="3859857"/>
            <a:ext cx="579818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use 在……你可以吃到…… to say what a place serves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9327" y="4195018"/>
            <a:ext cx="57981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能用「在……你可以吃到……」说一个地方卖什么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600" y="4776043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493796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279327" y="4937968"/>
            <a:ext cx="344444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sort foods into 主食 and 甜品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9327" y="5273129"/>
            <a:ext cx="34444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能把食物分成主食和甜品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87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1 · Cycle 1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6948" y="176213"/>
            <a:ext cx="39484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0uBGefGcle/img/zizhuc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91123" y="3866852"/>
            <a:ext cx="96426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zìzhùcān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349401" y="4285952"/>
            <a:ext cx="1865376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自助餐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2985939" y="5070723"/>
            <a:ext cx="5668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buffet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0uBGefGcle/img/longx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539609" y="3866852"/>
            <a:ext cx="79226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lóngxiā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318450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龙虾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611344" y="5070723"/>
            <a:ext cx="6459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lobster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20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1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7245" y="176213"/>
            <a:ext cx="3945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这家饭店的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自助餐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很好吃。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buffet at this restaurant is delicious.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我最喜欢吃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龙虾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like eating lobster best.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7A442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7A44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上个周末我们去吃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自助餐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，我吃了三个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龙虾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Last weekend we went for a buffet; I ate three lobsters.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问：你吃过龙虾吗？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858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1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6501" y="176213"/>
            <a:ext cx="3952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8653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86558"/>
            <a:ext cx="10972800" cy="1981200"/>
          </a:xfrm>
          <a:prstGeom prst="roundRect">
            <a:avLst>
              <a:gd name="adj" fmla="val 6410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31040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我（喜欢／不喜欢）吃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297715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我们去吃 ________ 了。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4145459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34220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605635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用「比」写一句：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龙虾比三文鱼贵。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再用「因为……，所以……」说原因。两句要连起来。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2 · Cycle 2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02901" y="176213"/>
            <a:ext cx="3887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0uBGefGcle/img/sanweny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33824" y="3866852"/>
            <a:ext cx="108130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sānwényú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349401" y="4285952"/>
            <a:ext cx="1865376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三文鱼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2938165" y="5070723"/>
            <a:ext cx="6644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salmon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0uBGefGcle/img/shous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561933" y="3866852"/>
            <a:ext cx="74672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shòusī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318450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寿司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691414" y="5070723"/>
            <a:ext cx="4825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sushi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2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6799" y="176213"/>
            <a:ext cx="3949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三文鱼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很新鲜。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salmon is fresh.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我妹妹非常爱吃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寿司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little sister loves sushi.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7A442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7A44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在自助餐厅你可以吃到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三文鱼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寿司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 the buffet you can eat salmon and sushi.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问：寿司是哪国菜？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2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6352" y="176213"/>
            <a:ext cx="3954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1990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19933"/>
            <a:ext cx="10972800" cy="1314450"/>
          </a:xfrm>
          <a:prstGeom prst="roundRect">
            <a:avLst>
              <a:gd name="adj" fmla="val 9662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643783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在自助餐厅你可以吃到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812084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4008834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272260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写两句，一句用「除了……以外」：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除了寿司以外，我还喜欢吃三文鱼。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不看屏幕。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703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Sentence pattern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0244" y="176213"/>
            <a:ext cx="4526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9267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说一个地方卖什么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92696"/>
            <a:ext cx="10972800" cy="971550"/>
          </a:xfrm>
          <a:prstGeom prst="roundRect">
            <a:avLst>
              <a:gd name="adj" fmla="val 13072"/>
            </a:avLst>
          </a:prstGeom>
          <a:solidFill>
            <a:srgbClr val="E4D5BC"/>
          </a:solidFill>
          <a:ln w="19050">
            <a:solidFill>
              <a:srgbClr val="7A44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302246"/>
            <a:ext cx="1053160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 + 地方 + 你可以吃到 + 菜名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09600" y="2191196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23531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79327" y="2353121"/>
            <a:ext cx="353644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在自助餐厅你可以吃到龙虾。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9327" y="2791271"/>
            <a:ext cx="353644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 the buffet you can eat lobster.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90007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5519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551932"/>
            <a:ext cx="514435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在快餐店你可以吃到汉堡包和薯条。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79327" y="3990082"/>
            <a:ext cx="514435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 a fast-food shop you can eat burgers and chips.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588818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75074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750743"/>
            <a:ext cx="487627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在菜市场你可以买到新鲜的鱼和青菜。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79327" y="5188893"/>
            <a:ext cx="487627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 the market you can buy fresh fish and greens.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576217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注意：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买到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，不是吃到——地方变了，动词也要变。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最难的一句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4652" y="176213"/>
            <a:ext cx="4277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8952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两半连起来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89547"/>
            <a:ext cx="10972800" cy="1710630"/>
          </a:xfrm>
          <a:prstGeom prst="roundRect">
            <a:avLst>
              <a:gd name="adj" fmla="val 7424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413397"/>
            <a:ext cx="10479988" cy="106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在这家饭店，主食你可以吃到三文鱼、寿司，甜品你可以吃到蛋糕和冰淇淋。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952577"/>
            <a:ext cx="11192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 this restaurant, for mains you can eat salmon and sushi; for dessert you can eat cake and ice cream.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476532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两半——先说主食，再说甜品。五样菜，一句话。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55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CFU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9500" y="176213"/>
            <a:ext cx="4534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5263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CHECK FOR UNDERSTANDING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52661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21458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214586"/>
            <a:ext cx="299237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「自助餐」是什么意思？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79327" y="1665387"/>
            <a:ext cx="29923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Thumbs up if you know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246412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240833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2408337"/>
            <a:ext cx="191137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怎么说 lobster？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79327" y="2859137"/>
            <a:ext cx="19113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写在小白板上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40162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360208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3602087"/>
            <a:ext cx="573199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这句话对不对？ ✗ 我吃到可以龙虾在自助餐厅。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79327" y="4052888"/>
            <a:ext cx="57319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哪里错了？怎么改？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633913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479583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279327" y="4795838"/>
            <a:ext cx="516864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龙虾、三文鱼、寿司——哪一个是日本菜？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79327" y="5246638"/>
            <a:ext cx="51686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点名回答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80221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答案不上屏——老师现场收（白板／点名）。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8640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stays on screen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9798" y="176213"/>
            <a:ext cx="4531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00518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这一课的生词 · STAYS UP WHILE YOU 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06711"/>
            <a:ext cx="3539133" cy="2006352"/>
          </a:xfrm>
          <a:prstGeom prst="roundRect">
            <a:avLst>
              <a:gd name="adj" fmla="val 633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0uBGefGcle/img/zizhuc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8417" y="1443186"/>
            <a:ext cx="1041350" cy="10413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50516" y="2586038"/>
            <a:ext cx="128244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自助餐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4326434" y="1306711"/>
            <a:ext cx="3539133" cy="2006352"/>
          </a:xfrm>
          <a:prstGeom prst="roundRect">
            <a:avLst>
              <a:gd name="adj" fmla="val 633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tmp.0uBGefGcle/img/longx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250" y="1443186"/>
            <a:ext cx="1041350" cy="10413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76900" y="2586038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龙虾</a:t>
            </a:r>
            <a:endParaRPr lang="en-US" sz="3300" dirty="0"/>
          </a:p>
        </p:txBody>
      </p:sp>
      <p:sp>
        <p:nvSpPr>
          <p:cNvPr id="15" name="Text 11"/>
          <p:cNvSpPr/>
          <p:nvPr/>
        </p:nvSpPr>
        <p:spPr>
          <a:xfrm>
            <a:off x="8043267" y="1306711"/>
            <a:ext cx="3539133" cy="2006352"/>
          </a:xfrm>
          <a:prstGeom prst="roundRect">
            <a:avLst>
              <a:gd name="adj" fmla="val 633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var/folders/6c/210dcgxn4gz5sm71vld2cy1h0000gn/T/tmp.0uBGefGcle/img/sanweny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2084" y="1443186"/>
            <a:ext cx="1041350" cy="10413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84184" y="2586038"/>
            <a:ext cx="128244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三文鱼</a:t>
            </a:r>
            <a:endParaRPr lang="en-US" sz="3300" dirty="0"/>
          </a:p>
        </p:txBody>
      </p:sp>
      <p:sp>
        <p:nvSpPr>
          <p:cNvPr id="18" name="Text 13"/>
          <p:cNvSpPr/>
          <p:nvPr/>
        </p:nvSpPr>
        <p:spPr>
          <a:xfrm>
            <a:off x="609600" y="3490764"/>
            <a:ext cx="3539133" cy="2006352"/>
          </a:xfrm>
          <a:prstGeom prst="roundRect">
            <a:avLst>
              <a:gd name="adj" fmla="val 633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3" descr="/var/folders/6c/210dcgxn4gz5sm71vld2cy1h0000gn/T/tmp.0uBGefGcle/img/shous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8417" y="3627239"/>
            <a:ext cx="1041350" cy="10413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960066" y="4770090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寿司</a:t>
            </a:r>
            <a:endParaRPr lang="en-US" sz="3300" dirty="0"/>
          </a:p>
        </p:txBody>
      </p:sp>
      <p:sp>
        <p:nvSpPr>
          <p:cNvPr id="21" name="Text 15"/>
          <p:cNvSpPr/>
          <p:nvPr/>
        </p:nvSpPr>
        <p:spPr>
          <a:xfrm>
            <a:off x="609600" y="5649516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这一页留在屏幕上——活动一、活动二都看它。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6785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We Do · 8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9202" y="176213"/>
            <a:ext cx="45374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0049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说一说这张图 · 课本 P.111 第 1 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00523"/>
            <a:ext cx="10972800" cy="2058591"/>
          </a:xfrm>
          <a:prstGeom prst="roundRect">
            <a:avLst>
              <a:gd name="adj" fmla="val 6169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04817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两人一组，一人说一样，轮流。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39360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图分成两半：左边 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主食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，右边 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甜品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273903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图上每一样都要说到才能停。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211413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A：在这个自助餐厅，主食你可以吃到龙虾。　B：主食你可以吃到三文鱼。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09600" y="4036814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57250" y="4233565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7250" y="4496991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不要只念菜名——把这家餐厅推销给一个只有 150 块的朋友。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四句连起来：哪个菜最好吃、为什么（因为……所以……）、用「比」比较两样（三文鱼比寿司贵）、150 块够不够。后半段把图翻过来，不看图说。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23863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32981" y="166688"/>
            <a:ext cx="153671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You Do · 9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4709" y="180975"/>
            <a:ext cx="448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9604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写你自己的自助餐菜单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96070"/>
            <a:ext cx="10972800" cy="1877020"/>
          </a:xfrm>
          <a:prstGeom prst="roundRect">
            <a:avLst>
              <a:gd name="adj" fmla="val 6766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143720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一个人写，写在练习本上。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489150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菜单要有 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主食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和 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甜品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两部分。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2834580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今天的四个生词都要用上，每样后面写价钱（用「块」）。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180011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最后写一句：在我的自助餐厅你可以吃到……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09600" y="3950791"/>
            <a:ext cx="10972800" cy="1236464"/>
          </a:xfrm>
          <a:prstGeom prst="roundRect">
            <a:avLst>
              <a:gd name="adj" fmla="val 6163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57250" y="4147542"/>
            <a:ext cx="10687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7250" y="4401443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写成一段话，不要写成单子——五六句连起来。加上一家三口一共要花多少钱（我们一家三口一共要花……块），再用「因为……所以……」说最贵的菜为什么这么贵。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3595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拍字 · 5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8756" y="176213"/>
            <a:ext cx="454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08391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拍字 SLAP THE CHARACTER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283940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445865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445865"/>
            <a:ext cx="315510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两个同学上来，黑板上贴四张字卡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9327" y="1781026"/>
            <a:ext cx="31551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自助餐 · 龙虾 · 三文鱼 · 寿司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362051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252397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2523976"/>
            <a:ext cx="273445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老师说中文，先拍到的得一分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79327" y="2859137"/>
            <a:ext cx="27344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赢的留下，换下一个同学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40162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360208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3602087"/>
            <a:ext cx="524637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加难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：老师不说词，说线索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79327" y="3937248"/>
            <a:ext cx="52463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这是一种很大的红色海鲜 / 这是日本菜 / 这是一种粉红色的鱼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518273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468019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279327" y="4680198"/>
            <a:ext cx="399671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加难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：拍到以后要用这个词说一句完整的话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79327" y="5015359"/>
            <a:ext cx="39967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说不出来不算分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57093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字卡打印两套，用蓝丁胶贴。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9839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5155" y="176213"/>
            <a:ext cx="4476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97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43–50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39727"/>
            <a:ext cx="10972800" cy="2404021"/>
          </a:xfrm>
          <a:prstGeom prst="roundRect">
            <a:avLst>
              <a:gd name="adj" fmla="val 5283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873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回看目标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一个同学用中文念三条 success criteria，全班说英文意思。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328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自评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三条目标，一条一条来：👍 / 😐 / 👎。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7823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写一句，交到门口。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62366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我们学甜品——蛋糕、奶酪，还有怎么说「吃饱了」。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409604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出门条：在自助餐厅你可以吃到 ________ 。（用今天学的词）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2026-09-15T00:19:30Z</dcterms:created>
  <dcterms:modified xsi:type="dcterms:W3CDTF">2026-09-15T00:19:30Z</dcterms:modified>
</cp:coreProperties>
</file>