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30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866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第十二课 · 外出就餐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6593" y="176213"/>
            <a:ext cx="3748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PP.115–117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 · 蒸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How It's Cooked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4 · Lesson 12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第四节课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57591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两人对话 · 三十秒一轮，然后交换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775942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302359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是服务员，开口：各位好，这是菜单……请问可以点菜了吗？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36902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用「来」点两个菜。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1445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然后交换。老师点三组演给全班看。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802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连词成句 · 考试题型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392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连词成句 · 三分钟 · 白板 · 这是第四单元测验的题型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39268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35029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2350294"/>
            <a:ext cx="29448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吗／请问，／点菜／了／可以？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826990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93801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2938016"/>
            <a:ext cx="29448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一碗米饭／了／要／弟弟／又。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414713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3525738"/>
            <a:ext cx="231380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了／我们大家／饿／都。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002435"/>
            <a:ext cx="10972800" cy="511522"/>
          </a:xfrm>
          <a:prstGeom prst="roundRect">
            <a:avLst>
              <a:gd name="adj" fmla="val 148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411346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03127" y="4113461"/>
            <a:ext cx="3575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和／炒青菜／点／红烧豆腐／了／我。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61545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写完举起来。第四题里有两个今天要学的词。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6195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how a dish is cooked, and order a whole meal over the phone.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447854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three ways of cooking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44785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能说出「红烧」「蒸」「炒」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404362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a dish by its cooking method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40436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能说「红烧豆腐」「蒸鱼」「炒青菜」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50056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order a takeaway by phone and ask the total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50056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能打电话叫外卖，问一共多少钱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hongsh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1414" y="3866852"/>
            <a:ext cx="10658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hóngshāo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057400" y="4285952"/>
            <a:ext cx="246105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红烧（燒）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375148" y="4931122"/>
            <a:ext cx="18128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braise in soy sauce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uBGefGcle/img/zhe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08814" y="3866852"/>
            <a:ext cx="651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zhēng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623250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蒸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649146" y="5070723"/>
            <a:ext cx="5688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steam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豆腐是我最喜欢的菜。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Braised tofu is my favourite dish.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蒸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的鱼做得非常好吃。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fish mum steams is delicious.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我们点了一个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豆腐和一个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蒸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ordered a braised tofu and a steamed fish.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问：「烧」左边是什么？跟「烤」一样吗？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700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2467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24695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8545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我喜欢吃红烧 ________ ，也喜欢吃蒸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6846"/>
            <a:ext cx="10972800" cy="941933"/>
          </a:xfrm>
          <a:prstGeom prst="roundRect">
            <a:avLst>
              <a:gd name="adj" fmla="val 8090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13597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67498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烤、红烧、蒸、炒——四种做法。用「比」写一句比较两种（我觉得蒸鱼比红烧鱼好吃），再用「因为」说为什么。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rou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79093" y="3866852"/>
            <a:ext cx="5809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ròusī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057400" y="4285952"/>
            <a:ext cx="246105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肉丝（絲）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577703" y="4931122"/>
            <a:ext cx="13996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shredded meat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uBGefGcle/img/qingc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19666" y="3866852"/>
            <a:ext cx="8329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qīngcài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青菜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142536" y="5070723"/>
            <a:ext cx="16022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green vegetables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肉丝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是一个很简单的菜。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Stir-fried shredded pork is a simple dish.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我每天晚饭都吃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eat green vegetables with dinner every day.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来一个炒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肉丝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、一个炒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shredded pork and a stir-fried greens, please.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问：「丝」是什么意思？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440" y="176213"/>
            <a:ext cx="4586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7256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7259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9644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来一个炒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664744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86149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12492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「丝」说的是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刀工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，不是肉——土豆丝、胡萝卜丝是一样的切法。写三个带「丝」的菜，配不同的材料，再写一句说你点哪个、为什么。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461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characters only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848" y="176213"/>
            <a:ext cx="4337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蒸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肉丝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青菜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读不出来就回头再教一遍。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菜名怎么来的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做法 + 材料 = 菜名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49875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 + 鸭 → 烤鸭　·　烤 + 牛排 → 烤牛排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498754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roast duck · roast beefsteak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55316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 + 豆腐 → 红烧豆腐　·　蒸 + 鱼 → 蒸鱼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55316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braised tofu · steamed fish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553161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 + 青菜 → 炒青菜　·　炒 + 肉丝 → 炒肉丝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55316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stir-fried greens · stir-fried shredded pork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做法在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，材料在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后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。不是 ✗豆腐红烧。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四种做法，一句话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1077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我们点了半只烤鸭、一个炒肉丝、一个红烧豆腐和一个蒸鱼。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ordered half a roast duck, a shredded pork, a braised tofu and a steamed fish.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这就是课文二爸爸点的菜——烤、炒、红烧、蒸，四种做法在一句话里。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961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Text 2 全文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586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全文 · 课本 P.115 · CD 47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58627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269653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5777" y="1269653"/>
            <a:ext cx="566019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服务员：各位好，这是菜单……请问可以点菜了吗？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600" y="1805880"/>
            <a:ext cx="10972800" cy="945654"/>
          </a:xfrm>
          <a:prstGeom prst="roundRect">
            <a:avLst>
              <a:gd name="adj" fmla="val 8058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191690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5777" y="1916906"/>
            <a:ext cx="10382985" cy="72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爸爸：我们都很饿了。我们现在就点。来半只烤鸭、一个炒肉丝、一个红烧豆腐、一个蒸鱼。再来一个炒青菜。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600" y="2814935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92596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15777" y="2925961"/>
            <a:ext cx="246105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服务员：要不要米饭？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9600" y="3462189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73214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5777" y="3573214"/>
            <a:ext cx="246105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爸爸：来三碗米饭吧。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9600" y="4109442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22046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15777" y="4220468"/>
            <a:ext cx="3445359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服务员：请问，想喝点儿什么？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600" y="4756696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86772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5777" y="4867721"/>
            <a:ext cx="3937510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爸爸：来两杯绿茶，再来两瓶可乐。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9600" y="546749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分两半读，再一起读，最后两个同学演出来。
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：爸爸点了几个菜？· 哪个菜是蒸的？· 「再来」是什么意思？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「蒸」字下面的四点是什么？跟什么有关系？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举手回答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295973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怎么说 green vegetables？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29597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9847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红烧豆腐、蒸鱼、炒青菜——哪一个用最多的油？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59847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点名回答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43718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 ✗ 来一个豆腐红烧。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43718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怎么改？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0518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hongsh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431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8603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0uBGefGcle/img/zhe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431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86450" y="2586038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蒸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0uBGefGcle/img/rous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431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93734" y="258603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肉丝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490764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0uBGefGcle/img/qingc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27239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0066" y="477009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青菜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609600" y="564951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这一页留在屏幕上——活动一要用。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500" y="176213"/>
            <a:ext cx="453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049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每张图说两句 · 课本 P.116 第 8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0523"/>
            <a:ext cx="10972800" cy="2058591"/>
          </a:xfrm>
          <a:prstGeom prst="roundRect">
            <a:avLst>
              <a:gd name="adj" fmla="val 616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04817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两人一组，十四张图卡背面朝上洗好。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39360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轮流翻一张，说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——照范例。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3903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十四张全部翻完才能停。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21141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范例：我非常喜欢吃龙虾。我每个月吃一次龙虾。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036814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96991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每张说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三句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，第三句要把这张和上一张连起来（蒸鱼比烤鸭清淡，所以我妈妈更喜欢蒸鱼）。翻完以后，挑四样配成一桌菜，说出来为什么这样配。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6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十四张图卡 · The dishes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9543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十四道菜 · 课本 P.116 · 图卡背面的字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22413"/>
            <a:ext cx="1393329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7148" y="2084338"/>
            <a:ext cx="129823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奶酪蛋糕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206079" y="1922413"/>
            <a:ext cx="1393478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53625" y="2084338"/>
            <a:ext cx="129838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白巧克力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02707" y="1922413"/>
            <a:ext cx="1393329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50255" y="2084338"/>
            <a:ext cx="12982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寿司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99187" y="1922413"/>
            <a:ext cx="1393478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46733" y="2084338"/>
            <a:ext cx="12983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95815" y="1922413"/>
            <a:ext cx="1393329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3362" y="2084338"/>
            <a:ext cx="129823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红烧豆腐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92294" y="1922413"/>
            <a:ext cx="1393478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639840" y="2084338"/>
            <a:ext cx="12983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蒸鱼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188922" y="1922413"/>
            <a:ext cx="1393329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236470" y="2084338"/>
            <a:ext cx="12982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炒青菜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09600" y="3516213"/>
            <a:ext cx="1393329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7148" y="3678138"/>
            <a:ext cx="12982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烤牛排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206079" y="3516213"/>
            <a:ext cx="1393478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253625" y="3678138"/>
            <a:ext cx="129838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水果沙拉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802707" y="3516213"/>
            <a:ext cx="1393329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850255" y="3678138"/>
            <a:ext cx="12982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绿茶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399187" y="3516213"/>
            <a:ext cx="1393478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46733" y="3678138"/>
            <a:ext cx="12983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香肠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995815" y="3516213"/>
            <a:ext cx="1393329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043362" y="3678138"/>
            <a:ext cx="12982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592294" y="3516213"/>
            <a:ext cx="1393478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639840" y="3678138"/>
            <a:ext cx="129838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青豆蛋炒饭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0188922" y="3516213"/>
            <a:ext cx="1393329" cy="1390650"/>
          </a:xfrm>
          <a:prstGeom prst="roundRect">
            <a:avLst>
              <a:gd name="adj" fmla="val 91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236470" y="3678138"/>
            <a:ext cx="129823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09600" y="5059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这些词都学过了——这一页是给你们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看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的，不是教的。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6182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10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0521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打电话叫外卖 · 给五个人点午饭 · 课本 P.117 第 10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05235"/>
            <a:ext cx="10972800" cy="2858691"/>
          </a:xfrm>
          <a:prstGeom prst="roundRect">
            <a:avLst>
              <a:gd name="adj" fmla="val 444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65288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背对背坐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——打电话看不见嘴，也看不见手势。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199831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先写下来（2 分钟），背对背演一遍（4 分钟），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34374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然后交换，换一家饭店，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不写稿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再演一遍（4 分钟）。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2816126"/>
            <a:ext cx="10531602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服务员：晚上好！家乐快餐店。 小明：我想叫外卖。 服务员：请说。</a:t>
            </a:r>
            <a:endParaRPr lang="en-US" sz="2100" dirty="0"/>
          </a:p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小明：来一个比萨饼、四个炸鸡腿、两个汉堡包和四瓶可乐。一共多少钱？ 服务员：一百五十六块。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441627"/>
            <a:ext cx="10972800" cy="1236464"/>
          </a:xfrm>
          <a:prstGeom prst="roundRect">
            <a:avLst>
              <a:gd name="adj" fmla="val 6163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638377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89227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服务员故意听错一样，把单子念错；顾客要当场听出来改正（不是四个，是两个）。顾客还要问两个稿上没有的问题——要等多长时间？你们送到学校吗？——服务员现场答。两边都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什么都不写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04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找不同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8391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ODD ONE OUT · 用中文说为什么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3940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4586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45865"/>
            <a:ext cx="239502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红烧豆腐 · 蒸鱼 · 冰淇淋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81026"/>
            <a:ext cx="23950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冰淇淋不用做。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6205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2397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23976"/>
            <a:ext cx="218477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烤鸭 · 烤牛排 · 炒青菜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21847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炒青菜不是烤的。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260542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炒肉丝 · 炒青菜 · 红烧豆腐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26054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红烧豆腐不是炒的。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1827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019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0198"/>
            <a:ext cx="19743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薯条 · 炸鸡翅 · 蒸鱼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15359"/>
            <a:ext cx="1974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蒸鱼不是炸的。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7093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用活动一的图卡就行。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：题目让学生出——每组出一轮给全班，理由要站得住。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同学用中文念三条。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三条目标，👍 / 😐 / 👎。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写一句。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我们喝点儿东西——还要自己开一家饭店，写自己的菜单。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出门条：写一句 —— 来一个 ________ 和一个 ________ 。（用两种不同的做法）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2026-09-15T00:23:02Z</dcterms:created>
  <dcterms:modified xsi:type="dcterms:W3CDTF">2026-09-15T00:23:02Z</dcterms:modified>
</cp:coreProperties>
</file>