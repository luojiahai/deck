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086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58714" y="166688"/>
            <a:ext cx="12522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第十二课 · 外出就餐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PP.112–114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一共花了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Telling the Story of a Meal Out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12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868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Bingo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2192387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844701" y="1852761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2192387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079950" y="1852761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2192387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三文鱼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051" y="1852761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2192387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550301" y="1852761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2192387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09600" y="3516213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8485" y="3855839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2844701" y="3516213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63585" y="3855839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5079950" y="3516213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8836" y="3855839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315051" y="3516213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33935" y="3855839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画一个 3×3 的格子，选九个词填进去。老师不念词，念解释——听懂了才划得掉。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590" y="176213"/>
            <a:ext cx="4003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describe a meal out from start to finish — the courses, what it cost, and what we thought of it.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66709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完……以后…… to say what I do after finishing something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66709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能用「完……以后……」说做完一件事再做什么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48078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a meal cost using 一共花了……块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48078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能说一共花了多少钱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357758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give an opinion using 挺……的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35775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能用「挺……的」说我的看法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871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今天没有生词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995" y="176213"/>
            <a:ext cx="4009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今天没有生词——但是要说很多话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这是这一课的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巩固课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：Text 1 的九个词全部用上。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学三个句型：完……以后…… · 一共花了……块 · 挺……的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然后拿二百块去买菜。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今天没有生词，但是要说很多话。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5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句型一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545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句型一 · 做完一件事再做下一件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54609"/>
            <a:ext cx="10972800" cy="847725"/>
          </a:xfrm>
          <a:prstGeom prst="roundRect">
            <a:avLst>
              <a:gd name="adj" fmla="val 1498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64159"/>
            <a:ext cx="10531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动词 + 完 + (宾语) + 以后 + 再 + 动词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129284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29120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291209"/>
            <a:ext cx="54525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我一般喝完汤以后再吃主食。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29359"/>
            <a:ext cx="545252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finish my soup before eating the main course.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28095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4900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490020"/>
            <a:ext cx="46115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我一般吃完主食以后再吃甜品。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28170"/>
            <a:ext cx="46115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finish the main before eating dessert.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26905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68883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688830"/>
            <a:ext cx="37857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我一般踢完球以后洗澡。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26980"/>
            <a:ext cx="37857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shower after playing football.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002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「完」紧跟动词，「以后」收尾。不是 ✗以后我吃完饭做作业。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句型一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句型一 · 加「才」和「所以」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我一般做完作业以后才能看电视，所以我每天都做得很快。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only watch TV after I finish my homework, so I do it fast every day.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「才」= not until。后面再加一个「所以」的分句。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5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句型二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948" y="176213"/>
            <a:ext cx="3948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句型二 · 花了多少钱 · 你觉得怎么样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一共花了 + 金额　·　挺 + 形容词 + 的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9592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我们一共花了三百多块。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95921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Altogether we spent three hundred odd.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13601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挺便宜的。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13601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Quite cheap.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245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我们一共花了六百多块，挺贵的。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245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Altogether we spent six hundred odd — quite pricey.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「三百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块」= three hundred </a:t>
            </a:r>
            <a:r>
              <a:rPr lang="en-US" sz="1200" i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odd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，不是正好三百。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846" y="176213"/>
            <a:ext cx="401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4624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「完」放在哪里？动词前面还是后面？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4624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举手回答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9158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以后我看完书做作业。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9158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白板上改写——这是练习册第 21 题的题型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「挺便宜的」和「很便宜」哪个语气轻一点？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624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三百多块——是三百块吗？还是更多？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624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Thumbs up / down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115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白板接龙 · 课本 P.112 第 4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1181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9422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942207"/>
            <a:ext cx="310152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我一般喝完汤以后再 ________ 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418904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529929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529929"/>
            <a:ext cx="331177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我一般吃完主食以后再 ________ 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006626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11765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3117652"/>
            <a:ext cx="28911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我一般踢完球以后 ________ 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594348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70537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705374"/>
            <a:ext cx="226006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我一般做完 ________ 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182070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29309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293096"/>
            <a:ext cx="183941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我一般 ________ 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795093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每一轮念两个答案。到第五题，整句都要自己写。
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：一句里串三个动作——我一般做完作业以后先吃晚饭，吃完晚饭以后再看电视。然后用第三人称，写家里另一个人。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2615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听力 · 课本 p.114 第 6 题 · CD 46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听一听，选一选 · 放两遍 · 第一遍放下笔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8263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1706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1706463"/>
            <a:ext cx="28844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他们家一般____去吃一次。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2087463"/>
            <a:ext cx="288444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一周　b) 两周　c) 一个月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2561779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268560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90476" y="2685604"/>
            <a:ext cx="35054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他们家常去吃____。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0476" y="3066604"/>
            <a:ext cx="350547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西式自助餐　b) 中式自助餐　c) 日本料理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540919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4175" y="366474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90476" y="3664744"/>
            <a:ext cx="38681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上个周末____。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0476" y="4045744"/>
            <a:ext cx="386813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她爸爸病了　b) 她妈妈病了　c) 她自己不舒服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4850" y="1582638"/>
            <a:ext cx="5397550" cy="1126629"/>
          </a:xfrm>
          <a:prstGeom prst="roundRect">
            <a:avLst>
              <a:gd name="adj" fmla="val 676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9426" y="1706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65727" y="1706463"/>
            <a:ext cx="4734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那家饭店____。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5727" y="2087463"/>
            <a:ext cx="473494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烤牛排做得最好吃　b) 烤羊排做得不好吃　c) 烤猪排做得一般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4850" y="2810768"/>
            <a:ext cx="5397550" cy="1126629"/>
          </a:xfrm>
          <a:prstGeom prst="roundRect">
            <a:avLst>
              <a:gd name="adj" fmla="val 676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9426" y="29345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5727" y="2934593"/>
            <a:ext cx="4734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那家饭店的饭菜____。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5727" y="3315593"/>
            <a:ext cx="473494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又不好吃又贵　b) 又好吃又便宜　c) 做得好吃，但是挺贵的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84850" y="403889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9426" y="416272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765727" y="4162723"/>
            <a:ext cx="35054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下个月____。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5727" y="4543723"/>
            <a:ext cx="350547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爸爸要出差　b) 爸爸回来　c) 妈妈要出差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600" y="504348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5 题讲完以后把「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又……又……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」写在黑板上——它是「挺……的」的好搭档。
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：写下每题的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理由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——录音里哪一句说了答案。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424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说一说 · 课本 p.114 第 7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550" y="176213"/>
            <a:ext cx="4340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说你自己的一次外出就餐 · 三分钟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先看范文（课本 p.114）：上个星期天是我妈妈的生日……爸爸一共花了六百多块，挺便宜的。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转过身跟同桌说三十秒——每个人都说。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老师点三个同学说给全班听。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322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每个人都要有：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一共花了……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挺……的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用第三人称，说那个付钱的人。再加一句下次要点什么，为什么（下次我要点……，因为……）。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1156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活动四 · You Do · 9 分钟 · 课本 p.113 第 5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259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活动四 · 二百块，买给你们一家人吃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25947"/>
            <a:ext cx="10972800" cy="2113211"/>
          </a:xfrm>
          <a:prstGeom prst="roundRect">
            <a:avLst>
              <a:gd name="adj" fmla="val 6010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87359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两人一组。A 是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售货员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，B 是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顾客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，手里有 ¥200。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21902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至少问三样的价钱，至少买两样。然后交换。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691408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售货员：我能帮你吗？　顾客：我想买几个龙虾。多少钱一个？　售货员：六十块。　顾客：挺贵的。　售货员：不算贵，已经很便宜了。　顾客：我觉得很贵。我不买了。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3916859"/>
            <a:ext cx="10972800" cy="1540520"/>
          </a:xfrm>
          <a:prstGeom prst="roundRect">
            <a:avLst>
              <a:gd name="adj" fmla="val 494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136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77035"/>
            <a:ext cx="10687050" cy="88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二百块要花得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尽量正好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。每买一样，B 要用中文说出现在一共花了多少（现在一共花了一百三十四块）。用「比」比较两个摊子（这里的牛排比那里的便宜）。最后向全班报告买了什么、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没买什么、为什么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（我没买龙虾，因为太贵了）。然后交换——新的售货员要想办法让顾客买更贵的。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23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价目表 · Price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845" y="176213"/>
            <a:ext cx="4592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507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价目表 · 每组一张 · ¥200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02048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1818" y="2238524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 ¥60/个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34917" y="2102048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7135" y="2238524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三文鱼 ¥68/块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60234" y="2102048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12451" y="2238524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 ¥5/个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3044875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1818" y="3181350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鸡腿 ¥12/斤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34917" y="3044875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7135" y="3181350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 ¥12/条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60234" y="3044875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12451" y="3181350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 ¥22/斤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9600" y="3987701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1818" y="4124176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 ¥25/斤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34917" y="3987701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87135" y="4124176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鸡翅 ¥10/斤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060234" y="3987701"/>
            <a:ext cx="3522166" cy="739676"/>
          </a:xfrm>
          <a:prstGeom prst="roundRect">
            <a:avLst>
              <a:gd name="adj" fmla="val 171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12451" y="4124176"/>
            <a:ext cx="34177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 ¥18/斤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9600" y="487977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注意量词：个 · 块 · 斤 · 条——问价钱的时候要说对。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一个同学念一条，全班马上给一个例子。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三条目标，👍 / 😐 / 👎。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我们进饭店坐下来——怎么看菜单，怎么点菜。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出门条：写一句用「完……以后……」，说你放学以后做什么。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2026-09-15T00:21:15Z</dcterms:created>
  <dcterms:modified xsi:type="dcterms:W3CDTF">2026-09-15T00:21:15Z</dcterms:modified>
</cp:coreProperties>
</file>