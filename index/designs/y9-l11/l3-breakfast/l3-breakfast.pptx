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1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1824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第十一课 · 零食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3 · PP.105–106 · 课文二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你早饭吃什么？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Breakfast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9 · Unit 4 · Lesson 11 · Lesson 3 of 5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00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同桌对话（3 分钟）+ 白板五题（4 分钟）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5283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同桌对话，不看书：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问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你从小就喜欢吃什么？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为什么妈妈说你应该多吃正餐？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 各答两句，然后交换。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白板五题：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写「牙齿」 · 翻译 Soft drinks are bad for your teeth. · 用「总是」说一句关于你妈妈的话 · 「我对足球一点儿都不感兴趣」是什么意思？ · 「从小」后面要加哪个字？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接上：妈妈说应该多吃正餐。正餐里最重要的是哪一餐？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早饭。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11051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we eat for breakfast and to add one thing to another in Chinese.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48577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six breakfast foods in Chinese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4857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能说出「谷类早餐」「牛奶」「面包」「煎蛋」「香肠」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53025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加 to combine two things — 谷类早餐加牛奶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5302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能用「加」把两样东西放在一起说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564880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answer 你早饭吃什么？ with two or three sentences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5648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能用中文回答「你早饭吃什么？」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gul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002012" y="3866852"/>
            <a:ext cx="534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gǔlèi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84302" y="5070723"/>
            <a:ext cx="5701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cereal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niun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0629" y="3866852"/>
            <a:ext cx="6677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niúnǎi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41718" y="5070723"/>
            <a:ext cx="38011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milk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我早饭常常吃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often have cereal for breakfast.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我每天都喝一杯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drink a glass of milk every day.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早餐，喝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breakfast I have cereal and milk.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问：牛奶是吃还是喝？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我早饭吃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我每天喝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用「比」写一句，比较牛奶和汽水，说哪个对身体好。再用「妈妈总是对我说……」加一句。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mianb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06601" y="3866852"/>
            <a:ext cx="93268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miànbāo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02012" y="5070723"/>
            <a:ext cx="5340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bread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45jDbTDBTA/img/jiand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38121" y="3866852"/>
            <a:ext cx="7953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jiāndàn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510885" y="5070723"/>
            <a:ext cx="8510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fried egg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我妈妈每天早上做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mum makes bread every morning.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don't much like fried eggs.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今天早饭我吃了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morning I had bread and a fried egg.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问：你今天早饭吃了什么？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今天早饭我吃了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我不太喜欢吃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写三句说你昨天的早饭，可是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「吃」不能用两次以上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用「喝」「有」换一换。最后一句用「因为……，所以……」说你为什么吃那个。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xiangch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48992" y="3866852"/>
            <a:ext cx="12543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xiāngcháng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85480" y="5070723"/>
            <a:ext cx="77192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sausage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974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8799909" y="2406253"/>
            <a:ext cx="26140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508950" y="2888754"/>
            <a:ext cx="854964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endParaRPr lang="en-US" sz="6600" dirty="0"/>
          </a:p>
        </p:txBody>
      </p:sp>
      <p:sp>
        <p:nvSpPr>
          <p:cNvPr id="17" name="Text 14"/>
          <p:cNvSpPr/>
          <p:nvPr/>
        </p:nvSpPr>
        <p:spPr>
          <a:xfrm>
            <a:off x="8509992" y="3988445"/>
            <a:ext cx="8528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add; plus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我早饭喜欢吃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like sausages for breakfast.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我的茶里要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want milk in my tea.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7A4426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7A44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我早饭吃谷类早餐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牛奶，还有</a:t>
            </a:r>
            <a:r>
              <a:rPr lang="en-US" sz="26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breakfast I have cereal with milk, and sausages too.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问：你的茶里要不要加牛奶和糖？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19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39218"/>
            <a:ext cx="10972800" cy="1981200"/>
          </a:xfrm>
          <a:prstGeom prst="roundRect">
            <a:avLst>
              <a:gd name="adj" fmla="val 641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16306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我的茶里要加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82981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________ 加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399811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19487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45829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用「加」写两句，一句说吃的，一句说喝的。再写一句问同桌：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你的茶里要不要加牛奶和糖？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然后真的去问他，把答案写下来。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检查点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852761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516213"/>
            <a:ext cx="3522166" cy="1460302"/>
          </a:xfrm>
          <a:prstGeom prst="roundRect">
            <a:avLst>
              <a:gd name="adj" fmla="val 8697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六个字一起读。读不出来的，我们回到第二个循环再教一遍。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20637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汉字 · Character components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693" y="176213"/>
            <a:ext cx="4848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154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看部件 · 二十秒 · 这几个字都在告诉你它是什么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1567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223492"/>
            <a:ext cx="297993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奶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475" y="2223492"/>
            <a:ext cx="295093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女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奶是给孩子的。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888307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050232"/>
            <a:ext cx="297993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肠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475" y="3050232"/>
            <a:ext cx="645458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（肉）—— 跟第十课的「翅膀」一样，是身体、是肉做的。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715048"/>
            <a:ext cx="10972800" cy="925711"/>
          </a:xfrm>
          <a:prstGeom prst="roundRect">
            <a:avLst>
              <a:gd name="adj" fmla="val 823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876973"/>
            <a:ext cx="297993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475" y="3876973"/>
            <a:ext cx="596197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下面是 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灬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，四点是火。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煎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用一点点油，</a:t>
            </a: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炸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（第十课）用很多油。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79475" y="4212134"/>
            <a:ext cx="59619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 · 炸鸡翅 —— 两个字放在一起看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9600" y="47931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快问：「香肠」的「肠」是什么部首？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 加 B —— 把两样东西放在一起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3072"/>
            </a:avLst>
          </a:prstGeom>
          <a:solidFill>
            <a:srgbClr val="E4D5BC"/>
          </a:solidFill>
          <a:ln w="19050">
            <a:solidFill>
              <a:srgbClr val="7A44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 加 B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1904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谷类早餐加牛奶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190423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cereal with milk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23300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茶里加牛奶和糖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233005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 with milk and sugar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7282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368293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我早饭吃谷类早餐加牛奶。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368293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breakfast I have cereal with milk.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「加」不是「和」。「和」是两样并排，「加」是一样</a:t>
            </a: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放进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另一样里。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9083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难句 · 一般 vs 有时候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21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最难的一句 · 这就是课文里的回答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2150"/>
            <a:ext cx="10972800" cy="1179165"/>
          </a:xfrm>
          <a:prstGeom prst="roundRect">
            <a:avLst>
              <a:gd name="adj" fmla="val 1077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286000"/>
            <a:ext cx="10479988" cy="531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我早饭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一般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吃谷类早餐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牛奶，</a:t>
            </a:r>
            <a:r>
              <a:rPr lang="en-US" sz="27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</a:t>
            </a:r>
            <a:r>
              <a:rPr lang="en-US" sz="27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吃面包、煎蛋和香肠。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293715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For breakfast I usually have cereal with milk; sometimes I have bread, a fried egg and sausages.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76356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b="1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一个好回答的形状：</a:t>
            </a: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先说平常怎么样（一般／平时／通常），再说例外（有时候）。这两个词第十课就学过了 —— 今天把它们用进早饭里。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4169866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4366617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630043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照这个形状说午饭，再说晚饭。两句都要有「一般」和「有时候」。不写，直接说。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971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Text 2 · p.105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8928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课文二 · 先整段听一遍（CD 43），今天只做第一问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89312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751237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41227" y="2751237"/>
            <a:ext cx="190423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你早饭吃什么？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3414713"/>
            <a:ext cx="10972800" cy="723900"/>
          </a:xfrm>
          <a:prstGeom prst="roundRect">
            <a:avLst>
              <a:gd name="adj" fmla="val 1052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357663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41227" y="3576638"/>
            <a:ext cx="598474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早餐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加牛奶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，有时候吃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、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r>
              <a:rPr lang="en-US" sz="21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42655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一起读 → 同桌读两遍（换角色）→ 合上书，背出来。问：1 他早饭一般吃什么？ 2 他有时候吃什么？ 3 他早饭喝什么？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17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Summary 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051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45jDbTDBTA/img/gul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431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谷类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45jDbTDBTA/img/niuna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431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牛奶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06711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45jDbTDBTA/img/mianba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431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8603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面包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45jDbTDBTA/img/jiand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27239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7009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煎蛋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2" name="Image 4" descr="/var/folders/6c/210dcgxn4gz5sm71vld2cy1h0000gn/T/tmp.45jDbTDBTA/img/xiangchan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5250" y="3627239"/>
            <a:ext cx="1041350" cy="10413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76900" y="4770090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香肠</a:t>
            </a:r>
            <a:endParaRPr lang="en-US" sz="3300" dirty="0"/>
          </a:p>
        </p:txBody>
      </p:sp>
      <p:sp>
        <p:nvSpPr>
          <p:cNvPr id="24" name="Text 17"/>
          <p:cNvSpPr/>
          <p:nvPr/>
        </p:nvSpPr>
        <p:spPr>
          <a:xfrm>
            <a:off x="8043267" y="3490764"/>
            <a:ext cx="3539133" cy="2006352"/>
          </a:xfrm>
          <a:prstGeom prst="roundRect">
            <a:avLst>
              <a:gd name="adj" fmla="val 633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9603284" y="362723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加</a:t>
            </a:r>
            <a:endParaRPr lang="en-US" sz="3300" dirty="0"/>
          </a:p>
        </p:txBody>
      </p:sp>
      <p:sp>
        <p:nvSpPr>
          <p:cNvPr id="26" name="Text 19"/>
          <p:cNvSpPr/>
          <p:nvPr/>
        </p:nvSpPr>
        <p:spPr>
          <a:xfrm>
            <a:off x="609600" y="5649516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这块板留在屏幕上 —— 下面的早饭表要用到每一个词。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任务 · 三天早饭表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049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一个人写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523"/>
            <a:ext cx="10972800" cy="2058591"/>
          </a:xfrm>
          <a:prstGeom prst="roundRect">
            <a:avLst>
              <a:gd name="adj" fmla="val 6169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4817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星期一、星期二、星期三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三天的早饭。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360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三天加起来要用到总览板上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每一个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词，而且至少有一天要用「加」。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39033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写完用一句话说哪一天的早饭最好，为什么。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1413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星期一：谷类早餐加牛奶。 星期二：面包、煎蛋和香肠。 星期三：……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36814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6991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不写表，写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一段话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。四到六句，三天都说到，每句都要连起来（用「星期一……，星期二……，可是星期三……」）。最后一句用「因为……，所以……」说哪一天的早饭对身体最好。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不看总览板。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86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课本 p.106 · Act.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407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十四张图，每张两句 · 两人轮流 · 7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64097"/>
            <a:ext cx="10972800" cy="1531590"/>
          </a:xfrm>
          <a:prstGeom prst="roundRect">
            <a:avLst>
              <a:gd name="adj" fmla="val 829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31174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p.106 的样子：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我喜欢吃薯条。我每天都吃薯条。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第二句不要每次都一样 —— 换成 我不太喜欢…… / 我妈妈常常做…… / 这个对牙齿不好。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0026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图里的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沙拉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酸奶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是下节课的词。碰到就说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我不知道这个中文怎么说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，跳过去 —— 今天不教。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600" y="3773388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57250" y="397013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7250" y="423356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不是两句，是一个小对话：A 问一个问题（你喜欢吃……吗？为什么？），B 答两句，第二句一定要用「因为……，所以……」或者「对……好／不好」。十四张全部做完，中间不能停下来看屏幕。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53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活动三 · 练习册 pp.123, 121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4585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先写图，再写翻译 · 5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45878"/>
            <a:ext cx="10972800" cy="2567880"/>
          </a:xfrm>
          <a:prstGeom prst="roundRect">
            <a:avLst>
              <a:gd name="adj" fmla="val 494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79352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p.123 Ex. 12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第 1–8 题（「面条」已给）—— 写汉字，不写拼音。老师看着「煎」和「肠」的笔顺，这两个字又新又密。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4843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p.121 Ex. 8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只做第 1、2、4 题 —— 三句说吃的：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829818"/>
            <a:ext cx="10531602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Do not eat fast food too often. · 2 You should eat more fruit. · 4 You should eat less meat and more vegetables.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5206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应该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是上节课课文里妈妈说的话 —— 今天真正写出来。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291459"/>
            <a:ext cx="10972800" cy="1245989"/>
          </a:xfrm>
          <a:prstGeom prst="roundRect">
            <a:avLst>
              <a:gd name="adj" fmla="val 6116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48821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751636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图写完以后，把八样东西分成两组：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早饭吃的 / 早饭不吃的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，每组下面写一句话说为什么。翻译题做全部六句，包括第三、五、六句（天气、暑假、爷爷奶奶）—— 那三句不是说吃的，要用第二册的词。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65011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跑动听写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3862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跑动听写 RUNNING DICTATION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38648"/>
            <a:ext cx="10972800" cy="1877020"/>
          </a:xfrm>
          <a:prstGeom prst="roundRect">
            <a:avLst>
              <a:gd name="adj" fmla="val 6766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28629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四句话贴在教室四面墙上。两人一组：一个跑去读，一个写。两句以后交换。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63172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我早饭吃谷类早餐加牛奶。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有时候我吃面包、煎蛋和香肠。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97715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我的茶里要加牛奶，不要加糖。 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妈妈说早饭对身体很好。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32258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四句全对最快的一组赢。</a:t>
            </a:r>
            <a:r>
              <a:rPr lang="en-US" sz="17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全对＝写汉字</a:t>
            </a:r>
            <a:r>
              <a:rPr lang="en-US" sz="17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，写拼音不算。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600" y="4093369"/>
            <a:ext cx="10972800" cy="951458"/>
          </a:xfrm>
          <a:prstGeom prst="roundRect">
            <a:avLst>
              <a:gd name="adj" fmla="val 8009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90120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55354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跑的人</a:t>
            </a:r>
            <a:r>
              <a:rPr lang="en-US" sz="1600" b="1" dirty="0">
                <a:solidFill>
                  <a:srgbClr val="2F6B4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不能说中文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他要把句子翻成英文说给写的人听，写的人再把它写回中文。不许回头看。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7A44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64357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442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64382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212630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2126307"/>
            <a:ext cx="698195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请一位同学读，然后全班一起用中文答一次「你早饭吃什么？」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79112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5304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53048"/>
            <a:ext cx="359230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三条各举手一次 👍 / 😐 / 👎。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61786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77978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779788"/>
            <a:ext cx="530709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用「加」写一句：你早饭吃什么、喝什么。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444603"/>
            <a:ext cx="10972800" cy="674340"/>
          </a:xfrm>
          <a:prstGeom prst="roundRect">
            <a:avLst>
              <a:gd name="adj" fmla="val 1130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60652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7A442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606528"/>
            <a:ext cx="77572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600" dirty="0">
                <a:solidFill>
                  <a:srgbClr val="2B201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午饭和晚饭 —— 沙拉、酸奶、杂菜汤，还要去问四个同学他们家吃什么。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2026-09-14T08:46:27Z</dcterms:created>
  <dcterms:modified xsi:type="dcterms:W3CDTF">2026-09-14T08:46:27Z</dcterms:modified>
</cp:coreProperties>
</file>