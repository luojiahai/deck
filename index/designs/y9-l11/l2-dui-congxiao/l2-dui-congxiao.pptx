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12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1080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第十一课 · 零食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334" y="176213"/>
            <a:ext cx="399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PP.100, 103–104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对牙齿不好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What's good for you — and what isn't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Unit 4 · Lesson 11 · Lesson 2 of 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73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396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宾果 BINGO · 5 分钟 · 老师只说中文，不说英文、不说拼音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39702"/>
            <a:ext cx="10972800" cy="2804071"/>
          </a:xfrm>
          <a:prstGeom prst="roundRect">
            <a:avLst>
              <a:gd name="adj" fmla="val 452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8735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画一个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3×3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的格子，从下面十二个词里挑九个填进去：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73278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零食 · 巧克力 · 蛋糕 · 冰淇淋 · 饼干 · 糖果 · 薯片 · 薯条 · 炸鸡翅 · 盒饭 · 三明治 · 汽水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7821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先连成一行，再满堂红。然后两个同学各说一句「各种各样……比如……」。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42364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快问快答（练习册 p.119 Ex. 4）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写汉字：tooth · mouth · tongue · nose · ear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89602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这五个部位里，只有一个是今天的新词 —— 其他四个是第一册第五单元的，应该不用想。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480" y="176213"/>
            <a:ext cx="4249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11051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what is good or bad for us, and to talk about things we have liked since we were small.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451922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牙齿, 从小, 总是 and 正餐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4519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能说出「牙齿」「从小」「总是」「正餐」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733975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something is good or bad for something else — A 对 B 好／不好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73397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能用「对……好／不好」说一句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58634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I have liked since childhood — 我从小就……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5863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能用「我从小就……」介绍自己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884" y="176213"/>
            <a:ext cx="4255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50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665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ya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6570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80879" y="3676352"/>
            <a:ext cx="577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yáchǐ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0954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726234" y="4880223"/>
            <a:ext cx="10966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tooth; teeth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2665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45jDbTDBTA/img/zheng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6570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17123" y="3676352"/>
            <a:ext cx="1042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zhèngcān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0954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正餐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287345" y="4880223"/>
            <a:ext cx="13070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proper meal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09600" y="568984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「牙」和「齿」两个字都是 tooth —— 这个词自己叠了一遍，跟上节课的「各种各样」一样。「正餐」的「餐」你已经会了：早餐、午餐、晚餐。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很白。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 teeth are very white.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我每天都吃三个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正餐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eat three proper meals every day.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我每天吃三个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正餐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，我的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很好。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eat three proper meals a day and my teeth are fine.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问：你每天吃几个正餐？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我每天吃 ________ 个正餐。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我的牙齿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用「比」写一句，比较正餐和零食。再说你自己一天吃几个正餐、吃几次零食，最后说妈妈听了会说什么。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838" y="176213"/>
            <a:ext cx="4194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729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816"/>
            <a:ext cx="5308550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74305" y="2668042"/>
            <a:ext cx="9987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cóngxiǎo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25601" y="3150543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从小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570113" y="4250234"/>
            <a:ext cx="141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childhood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718816"/>
            <a:ext cx="5308699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11183" y="2668042"/>
            <a:ext cx="8504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zǒngshì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89850" y="3150543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总是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8620423" y="4250234"/>
            <a:ext cx="6275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always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从小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就喜欢吃巧克力。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I've liked chocolate since I was small.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总是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买各种各样的零食。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is always buying all kinds of snacks.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从小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就喜欢吃冰淇淋，妈妈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总是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买给我。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I've liked ice cream since I was small, and mum always buys it for me.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问：「总是」和「常常」，哪一个多？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289" y="176213"/>
            <a:ext cx="4261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我从小就喜欢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我妈妈总是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不看屏幕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：一句用「我从小就……」说一个爱好（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不是吃的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第二册的音乐、运动都行），一句说你现在做得怎么样，一句用「因为……，所以……」说为什么。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检查点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0181" y="176213"/>
            <a:ext cx="4833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正餐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从小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总是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四个词一起读出来。再说一遍上节课的六个。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440" y="176213"/>
            <a:ext cx="458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A 对 B 好／不好。 注意：这个「对」不是「你说得对」的对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对 B 好 / 不好。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413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汽水对牙齿不好。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41302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Soft drinks are bad for your teeth.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55692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我们学校的老师都对学生很好。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55692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teachers at our school are all good to the students.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52777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多吃蔬菜和水果对身体好。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527779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Eating plenty of vegetables and fruit is good for you.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黑板上写两句放在一起：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你说得对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对牙齿不好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同一个字，两件事。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62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难句 · two clauses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21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再难一点 · 两个分句 · 这就是课文里的那一句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2150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86000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我知道糖果和汽水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对牙齿不好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，可是我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从小就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喜欢吃零食。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293715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know sweets and soft drinks are bad for my teeth, but I've liked snacks since I was small.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7635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「可是」把两半连起来：前面说你知道什么，后面说你还是这样做。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169866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36661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630043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照这个样子说你自己一件事 —— 我知道……对……不好，可是我从小就…… 不写，直接说。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22195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对……感兴趣 · 课本 p.103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322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同一个「对」的另一个用法 · 课本 ACT.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32309"/>
            <a:ext cx="10972800" cy="847725"/>
          </a:xfrm>
          <a:prstGeom prst="roundRect">
            <a:avLst>
              <a:gd name="adj" fmla="val 14981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541859"/>
            <a:ext cx="105316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我对 ____ （非常）感兴趣。 / 我对 ____ 一点儿都不感兴趣。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2306985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4689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468910"/>
            <a:ext cx="36601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我对中国音乐非常感兴趣。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907060"/>
            <a:ext cx="366016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I'm very interested in Chinese music.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505795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6677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667720"/>
            <a:ext cx="41444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我对足球一点儿都不感兴趣。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4105870"/>
            <a:ext cx="41444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I'm not the least bit interested in football.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70460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86653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866531"/>
            <a:ext cx="46318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我们学校的老师都对我很好。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304681"/>
            <a:ext cx="463186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teachers at our school are all good to me.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698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 · p.100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139" y="176213"/>
            <a:ext cx="484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4574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后半段 · 再听一遍 CD 41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45766"/>
            <a:ext cx="10972800" cy="1631752"/>
          </a:xfrm>
          <a:prstGeom prst="roundRect">
            <a:avLst>
              <a:gd name="adj" fmla="val 7783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9616"/>
            <a:ext cx="10479988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5"/>
              </a:lnSpc>
              <a:buNone/>
            </a:pPr>
            <a:r>
              <a:rPr lang="en-US" sz="2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我知道糖果和汽水</a:t>
            </a:r>
            <a:r>
              <a:rPr lang="en-US" sz="25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对牙齿不好</a:t>
            </a:r>
            <a:r>
              <a:rPr lang="en-US" sz="2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，可是我</a:t>
            </a:r>
            <a:r>
              <a:rPr lang="en-US" sz="25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从小就</a:t>
            </a:r>
            <a:r>
              <a:rPr lang="en-US" sz="2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喜欢吃零食。妈妈</a:t>
            </a:r>
            <a:r>
              <a:rPr lang="en-US" sz="25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总是</a:t>
            </a:r>
            <a:r>
              <a:rPr lang="en-US" sz="2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对我说，不要吃太多零食，应该多吃</a:t>
            </a:r>
            <a:r>
              <a:rPr lang="en-US" sz="25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正餐</a:t>
            </a:r>
            <a:r>
              <a:rPr lang="en-US" sz="2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09600" y="3629918"/>
            <a:ext cx="10972800" cy="1607790"/>
          </a:xfrm>
          <a:prstGeom prst="roundRect">
            <a:avLst>
              <a:gd name="adj" fmla="val 789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387756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1 他知道糖果对什么不好？ · 2 妈妈总是对他说什么？ · 3 他听妈妈的话吗？为什么你这样想？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6446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顺便记住妈妈的两个词：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动词（don't）·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应该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动词（should）。下节课写翻译的时候要用。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7764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Summary 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5763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91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ya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99563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3138488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8591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45jDbTDBTA/img/zheng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99563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3138488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正餐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8591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9393734" y="1995636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从小</a:t>
            </a:r>
            <a:endParaRPr lang="en-US" sz="3300" dirty="0"/>
          </a:p>
        </p:txBody>
      </p:sp>
      <p:sp>
        <p:nvSpPr>
          <p:cNvPr id="17" name="Text 13"/>
          <p:cNvSpPr/>
          <p:nvPr/>
        </p:nvSpPr>
        <p:spPr>
          <a:xfrm>
            <a:off x="609600" y="4062264"/>
            <a:ext cx="3539133" cy="882551"/>
          </a:xfrm>
          <a:prstGeom prst="roundRect">
            <a:avLst>
              <a:gd name="adj" fmla="val 1439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960066" y="4198739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总是</a:t>
            </a:r>
            <a:endParaRPr lang="en-US" sz="3300" dirty="0"/>
          </a:p>
        </p:txBody>
      </p:sp>
      <p:sp>
        <p:nvSpPr>
          <p:cNvPr id="19" name="Text 15"/>
          <p:cNvSpPr/>
          <p:nvPr/>
        </p:nvSpPr>
        <p:spPr>
          <a:xfrm>
            <a:off x="609600" y="509721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这块板留在屏幕上 —— 下面四句话，每句要用一个。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563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任务 · 课本 p.104 · Act. 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78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写四句介绍你自己 · 一个人写 · 3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27857"/>
            <a:ext cx="10972800" cy="2804071"/>
          </a:xfrm>
          <a:prstGeom prst="roundRect">
            <a:avLst>
              <a:gd name="adj" fmla="val 452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6755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四句，每句用总览板上的一个词。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四句要连起来读成一段话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，不是四个不相干的句子。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02093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p.104 的样子：我从小就喜欢吃零食，比如蛋糕、巧克力、薯片、糖果等。我从小就喜欢喝可乐……我从小就喜欢弹钢琴。我现在钢琴弹得很好，已经考过了五级。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1179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写完的同学做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p.118 Ex. 2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：你从小就喜欢吃什么？你从小就喜欢做什么？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184178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例：我从小就喜欢吃零食。妈妈总是说吃太多糖对牙齿不好。她说我应该多吃正餐。可是我的牙齿现在还很好。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40962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60637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86980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同样四个词，可是写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别人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你的弟弟、妹妹或者一个朋友。要用「他／她」，还要加一句「我觉得……」说你的看法。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08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p.103 · Act.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5092" y="176213"/>
            <a:ext cx="4783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1864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写五句 · 练习本 · 6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667"/>
            <a:ext cx="10972800" cy="2222450"/>
          </a:xfrm>
          <a:prstGeom prst="roundRect">
            <a:avLst>
              <a:gd name="adj" fmla="val 571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96631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p.103 Act. 4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1 我对 ____ 非常感兴趣。 · 2 多吃糖果对 ____ 不好。 · 3 我们学校的老师都对 ____ 很好。 · 4 我对 ____ 一点儿都不感兴趣。 · 5 ____ 对 ____ 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p.121 Ex. 9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第 1–4 题 —— 同样的句型。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0260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p.119 Ex. 3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的填空 —— 词框里是今天整节课：总是 / 每天 / 最 / 从小 / 各种各样 / 对……好 / 比如 / 正餐。全班一起做也行。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411881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31556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5789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第五题写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不同的答案，三个都要是真的，而且不能都说吃的。写完以后把最有意思的一句读给全班听，全班要用「为什么」问你。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08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课本 p.104 · Act.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4590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听力 · CD 42 · 放两遍 · 6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4592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4175" y="206975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90476" y="2069753"/>
            <a:ext cx="44020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她喜欢 ____ 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476" y="2450753"/>
            <a:ext cx="440203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在学校买零食   b) 从市场上买糖果   c) 妈妈做蛋糕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292506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175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90476" y="3048893"/>
            <a:ext cx="40325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她吃 ____ 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0476" y="3429893"/>
            <a:ext cx="403254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巧克力和糖果   b) 蛋糕和饼干   c) 糖果和薯片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390420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4175" y="402803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90476" y="4028033"/>
            <a:ext cx="25547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她喝 ____ 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90476" y="4409033"/>
            <a:ext cx="255472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水和可乐   b) 汽水   c) 牛奶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4850" y="194592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9426" y="206975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65727" y="2069753"/>
            <a:ext cx="2221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她从小喜欢吃 ____ 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5727" y="2450753"/>
            <a:ext cx="2221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主食   b) 糖果   c) 水果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84850" y="292506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59426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65727" y="3048893"/>
            <a:ext cx="25547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她晚饭 ____ 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5727" y="3429893"/>
            <a:ext cx="255472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吃得多   b) 吃得少   c) 不吃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84850" y="390420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59426" y="402803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765727" y="4028033"/>
            <a:ext cx="34783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她每天有 ____ 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5727" y="4409033"/>
            <a:ext cx="347830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四十块零用钱   b) 三十块   c) 三十四块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9600" y="490879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对完答案，把第 5 题再放一遍：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我早饭吃得多，但是晚饭通常吃得少。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「吃得多 / 吃得少」记下来 —— 下面的活动要用。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359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改错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194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改错 · 黑板上五句，三句是错的 —— 找出来，在白板上写对的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98923"/>
            <a:ext cx="3454301" cy="657225"/>
          </a:xfrm>
          <a:prstGeom prst="roundRect">
            <a:avLst>
              <a:gd name="adj" fmla="val 11594"/>
            </a:avLst>
          </a:prstGeom>
          <a:solidFill>
            <a:srgbClr val="A843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213223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我从小喜欢吃巧克力。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59052" y="2098923"/>
            <a:ext cx="2844701" cy="657225"/>
          </a:xfrm>
          <a:prstGeom prst="roundRect">
            <a:avLst>
              <a:gd name="adj" fmla="val 11594"/>
            </a:avLst>
          </a:prstGeom>
          <a:solidFill>
            <a:srgbClr val="2F6B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202" y="221322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我从小</a:t>
            </a:r>
            <a:r>
              <a:rPr lang="en-US" sz="24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400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喜欢……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83103" y="2313236"/>
            <a:ext cx="158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「从小就」是固定说法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035350"/>
            <a:ext cx="3759101" cy="657225"/>
          </a:xfrm>
          <a:prstGeom prst="roundRect">
            <a:avLst>
              <a:gd name="adj" fmla="val 11594"/>
            </a:avLst>
          </a:prstGeom>
          <a:solidFill>
            <a:srgbClr val="A843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149650"/>
            <a:ext cx="34198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我对音乐非常感兴趣的。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63852" y="3035350"/>
            <a:ext cx="3454301" cy="657225"/>
          </a:xfrm>
          <a:prstGeom prst="roundRect">
            <a:avLst>
              <a:gd name="adj" fmla="val 11594"/>
            </a:avLst>
          </a:prstGeom>
          <a:solidFill>
            <a:srgbClr val="2F6B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67002" y="3149650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我对音乐非常感兴趣。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97503" y="3249662"/>
            <a:ext cx="1109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多了一个「的」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3971776"/>
            <a:ext cx="4063901" cy="657225"/>
          </a:xfrm>
          <a:prstGeom prst="roundRect">
            <a:avLst>
              <a:gd name="adj" fmla="val 11594"/>
            </a:avLst>
          </a:prstGeom>
          <a:solidFill>
            <a:srgbClr val="A843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4086076"/>
            <a:ext cx="37307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吃太多零食对牙齿比不好。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68652" y="3971776"/>
            <a:ext cx="3759101" cy="657225"/>
          </a:xfrm>
          <a:prstGeom prst="roundRect">
            <a:avLst>
              <a:gd name="adj" fmla="val 11594"/>
            </a:avLst>
          </a:prstGeom>
          <a:solidFill>
            <a:srgbClr val="2F6B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71802" y="4086076"/>
            <a:ext cx="34198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吃太多零食对牙齿不好。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07103" y="4186089"/>
            <a:ext cx="1109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这里不用「比」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488290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另外两句是对的：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汽水对牙齿很不好。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妈妈总是对我说，应该多吃正餐。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进阶：让说得好的同学自己出一对句子，还要说出错在哪里。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029" y="176213"/>
            <a:ext cx="5090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874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8771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00069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2000696"/>
            <a:ext cx="487854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全班一起读三条，然后问：哪一条最难？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65512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8274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827437"/>
            <a:ext cx="44578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白板上写红／黄／绿，三条各一个颜色。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49225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65417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654177"/>
            <a:ext cx="679143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翻译：Eating too much chocolate is bad for your teeth.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9327" y="3989338"/>
            <a:ext cx="67914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再加一句，用「我从小就……」说你自己。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4570363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3228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32288"/>
            <a:ext cx="628486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不说零食了，说早饭 —— 谷类早餐、面包、煎蛋、香肠。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2026-09-14T08:45:30Z</dcterms:created>
  <dcterms:modified xsi:type="dcterms:W3CDTF">2026-09-14T08:45:30Z</dcterms:modified>
</cp:coreProperties>
</file>