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33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3163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第十五课 · 社区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292" y="176213"/>
            <a:ext cx="400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P.145, P.152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就在马路对面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Right Across the Road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15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901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上一课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140" y="176213"/>
            <a:ext cx="426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6440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小白板 · 五题 · 英译中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64431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27545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275457"/>
            <a:ext cx="408415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supermarket isn't far from my home.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1610618"/>
            <a:ext cx="40841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超市离我家不远。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064544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17557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175570"/>
            <a:ext cx="339329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School is quite far from my home.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510730"/>
            <a:ext cx="3393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我家离学校挺远的。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964656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07568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075682"/>
            <a:ext cx="328945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 the flower shop far from here?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3410843"/>
            <a:ext cx="32894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花店离这儿远吗？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864769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975795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3975795"/>
            <a:ext cx="66611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nearby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310955"/>
            <a:ext cx="6661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764881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87590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203127" y="4875907"/>
            <a:ext cx="108707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quite close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03127" y="5211068"/>
            <a:ext cx="10870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挺近的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569029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第一题写完，请两个同学念出来——让全班听见「离」在句子中间，不在开头。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3251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92523" y="166688"/>
            <a:ext cx="13947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跳过去的那个字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上一课课文里，有一个字我们绕过去了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走路五分钟</a:t>
            </a: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27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到了。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Five minutes on foot and you're there.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这个字很小，它没有自己的英文翻译，可是它一进句子，整句话的感觉就变了。今天一整节课都是它。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7020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81733" y="166688"/>
            <a:ext cx="19591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847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84821"/>
            <a:ext cx="10972800" cy="1149251"/>
          </a:xfrm>
          <a:prstGeom prst="roundRect">
            <a:avLst>
              <a:gd name="adj" fmla="val 994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394371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exactly where a place is, and stress that it is close by.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4864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787997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4992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49922"/>
            <a:ext cx="276208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马路、对面、火车站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85083"/>
            <a:ext cx="276208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能说「马路」「对面」「火车站」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75633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3755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37558"/>
            <a:ext cx="308527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就 to mean right there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2719"/>
            <a:ext cx="308527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会用「就」说「就在马路对面」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63269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5194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5194"/>
            <a:ext cx="603499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how quickly I get somewhere with 走路……分钟就到了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60355"/>
            <a:ext cx="603499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会说「走路五分钟就到了」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140" y="176213"/>
            <a:ext cx="426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253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26828"/>
            <a:ext cx="5308550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LHO6BoqOp1/img/mal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917353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04840" y="3936653"/>
            <a:ext cx="5284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mǎlù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816150" y="4355753"/>
            <a:ext cx="295320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马路（馬路）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2728913" y="5000923"/>
            <a:ext cx="10913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road; street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526828"/>
            <a:ext cx="5308699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LHO6BoqOp1/img/duim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917353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02997" y="3936653"/>
            <a:ext cx="8671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duìmiàn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480399" y="4355753"/>
            <a:ext cx="295320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对面（對面）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8530530" y="5000923"/>
            <a:ext cx="8107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opposite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396" y="176213"/>
            <a:ext cx="4270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我家附近有一条大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马路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big road near my home.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花店在超市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flower shop is opposite the supermarket.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马路对面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有一个花店。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flower shop across the road.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问：「对面」跟第十三课的「左面」「右面」是一家的——最后一个字都是「面」。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1796" y="176213"/>
            <a:ext cx="4204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在 ________ 对面。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两句连起来，三个店排好位置，用上第十三课的「右面」或者「左面」：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花店在超市对面，文具店在花店右面。我常常先去超市，再去文具店。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694" y="176213"/>
            <a:ext cx="4267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LHO6BoqOp1/img/huochezh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22352" y="3866852"/>
            <a:ext cx="13085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huǒchēzhàn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333649" y="4285952"/>
            <a:ext cx="3937510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火车站（火車站）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2705695" y="4931122"/>
            <a:ext cx="1138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 station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LHO6BoqOp1/img/l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829377" y="3866852"/>
            <a:ext cx="2012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lù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623250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路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088511" y="5070723"/>
            <a:ext cx="17126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route; bus number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247" y="176213"/>
            <a:ext cx="427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火车站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不远。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home isn't far from the train station.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我坐五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路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公共汽车上学。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take the number 5 bus to school.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火车站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在马路对面，我坐十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路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公共汽车去。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station is across the road; I take the number 10 bus.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问：「五路公共汽车」的「路」，跟「马路」的「路」是同一个字。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139" y="176213"/>
            <a:ext cx="4844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我坐 ________ 路公共汽车去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一句话说清楚从学校怎么去火车站：车号 + 时间：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我坐十路公共汽车去火车站，十五分钟就到了。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再说一句：车不来的话你怎么办？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79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马路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火车站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84562"/>
            <a:ext cx="2590949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2418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路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读不出来就停下来重教——不要往下走。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5713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8314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「就」放在动词</a:t>
            </a: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前面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83171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292721"/>
            <a:ext cx="105316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　就　+　动词　……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200721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626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62646"/>
            <a:ext cx="392673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在我家附近。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800796"/>
            <a:ext cx="392673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supermarket is 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right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near my home.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9532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614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61457"/>
            <a:ext cx="33110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火车站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在马路对面。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9607"/>
            <a:ext cx="331101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station is 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just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across the road.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98343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602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60268"/>
            <a:ext cx="36944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走路五分钟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到了。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98418"/>
            <a:ext cx="369447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Five minutes on foot and you're 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7170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「就」没有一个对得上的英文字。它做的事是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强调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：近得出乎意料，快得出乎意料。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最常见的错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693" y="176213"/>
            <a:ext cx="484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401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改一改 · 「就」最常见的两个错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67136"/>
            <a:ext cx="31495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681436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走路五分钟到了就。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54252" y="2567136"/>
            <a:ext cx="31495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57402" y="2681436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走路五分钟</a:t>
            </a: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2400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到了。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83103" y="2781449"/>
            <a:ext cx="285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「就」在动词前面，跟「先」「也」一样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503563"/>
            <a:ext cx="34543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617863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火车站在就马路对面。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59052" y="3503563"/>
            <a:ext cx="34543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62202" y="3617863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火车站</a:t>
            </a: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就在</a:t>
            </a:r>
            <a:r>
              <a:rPr lang="en-US" sz="2400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马路对面。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92703" y="3717875"/>
            <a:ext cx="190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是「就在」，不是「在就」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441468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手指指黑板：「就」该放在哪一半？全班一起指。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097" y="176213"/>
            <a:ext cx="4854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5518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三个分句，「就」用两次，还要接上一课的「离」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55205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7905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我家离花店挺近的，走路两分钟就到了，家具店就在花店对面。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686770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home is quite close to the flower shop — two minutes on foot and you're there — and the furniture shop is right opposite it.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49952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上一课的「离」「挺……的」，加今天的「就」「对面」。旧的不丢，是拿来接新的。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54406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「就」放在动词前面还是后面？用手指黑板。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全班一起指——看谁指错了那一半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4080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什么意思？　书店就在学校对面。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先说英文，再说说为什么要加「就」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55487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翻译：</a:t>
            </a:r>
            <a:r>
              <a:rPr lang="en-US" sz="2100" b="1" i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The furniture shop is right across the road.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5548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小白板，家具店就在马路对面。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571271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改一改：我家离超市很近，走路三分钟到了就。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57127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哪里错了？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651" y="176213"/>
            <a:ext cx="4859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1798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LHO6BoqOp1/img/mal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45598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2598837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马路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LHO6BoqOp1/img/duim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45598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900" y="2598837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LHO6BoqOp1/img/huochezh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1455986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4184" y="2598837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火车站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503563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LHO6BoqOp1/img/l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417" y="3640038"/>
            <a:ext cx="1041350" cy="1041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169616" y="4782889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路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609600" y="563686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这一页留在屏幕上——后面两个活动都看它。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032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7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050" y="176213"/>
            <a:ext cx="4793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看地图说话</a:t>
            </a:r>
            <a:endParaRPr lang="en-US" sz="1100" dirty="0"/>
          </a:p>
        </p:txBody>
      </p:sp>
      <p:pic>
        <p:nvPicPr>
          <p:cNvPr id="9" name="Image 0" descr="/var/folders/6c/210dcgxn4gz5sm71vld2cy1h0000gn/T/tmp.LHO6BoqOp1/img/d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61267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每组一张 A3 地图，屏幕上也是同一张。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295810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问：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超市在哪儿？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 答，答案里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一定要有「就」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30353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地图上八个地方，一人问四次，然后换。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64896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最后全班一起：老师指一个地方，全班齐声回答。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412134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超市在哪儿？　—— 就在马路对面。／就在花店右面。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948" y="176213"/>
            <a:ext cx="4856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57591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 · 不看地图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775942"/>
            <a:ext cx="10972800" cy="1531590"/>
          </a:xfrm>
          <a:prstGeom prst="roundRect">
            <a:avLst>
              <a:gd name="adj" fmla="val 7463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302359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先看三十秒地图，然后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把地图扣过来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，凭记忆回答。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36902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的问题也换：不问「在哪儿」，问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「从学校怎么去火车站？」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——B 要说一条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路线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，不是一个位置。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71445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桌上什么都不许放。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9434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9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086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课本两题 · 写在本子上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8708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97063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970633"/>
            <a:ext cx="50818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p.145 第五题 · 5 分钟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六个带「就」的句子翻成英文。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2305794"/>
            <a:ext cx="508181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翻完自己再写三句，说学校附近真的地方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896344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3058269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3058269"/>
            <a:ext cx="373029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老师收三个同学写得好的，抄到黑板上。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3393430"/>
            <a:ext cx="373029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抄的是学生自己写的，不是课本的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983980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14590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4145905"/>
            <a:ext cx="736131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p.152 第十四题 · 4 分钟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用「前面、后面、左面、右面、对面」描述课本地图。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4481066"/>
            <a:ext cx="736131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写四句，至少两句有「就」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50461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写完的人不要停——看下一页。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2063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57591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加难 · 写一张走法，给别人用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775942"/>
            <a:ext cx="10972800" cy="1531590"/>
          </a:xfrm>
          <a:prstGeom prst="roundRect">
            <a:avLst>
              <a:gd name="adj" fmla="val 7463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302359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不做翻译。写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六行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，说从学校大门走到火车站怎么走——要写得让一个七年级学生照着就能走到。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36902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「就」用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，「对面」用一次，「离」用一次。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71445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写完把纸给同桌，他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只看你写的字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，把路线画出来。画错了就是你没写清楚。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句子拼图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0049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句子拼图 · 7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0523"/>
            <a:ext cx="10972800" cy="2058591"/>
          </a:xfrm>
          <a:prstGeom prst="roundRect">
            <a:avLst>
              <a:gd name="adj" fmla="val 555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04817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四人一组，一个信封。信封里是六个句子，剪成了一个词一张。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39360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六个句子都带「就」，用的都是今天的词。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73903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哪一组先把六句全部摆对，哪一组赢。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211413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火车站 / 就 / 在 / 马路 / 对面　　走路 / 五 / 分钟 / 就 / 到了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" y="403681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23356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496991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强的那一组换信封：里面只有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句的卡片，却多了三张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哪一句都不属于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的干扰卡（一个 / 很 / 了）。四句摆对，还要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说出每一张多余的卡为什么放不进去。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7558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写字 · 生词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243" y="176213"/>
            <a:ext cx="5108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797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写字 · 课本笔顺 · 练习册 PP.166–167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79786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65511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马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09576" y="1617911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74727" y="1617911"/>
            <a:ext cx="29700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只有三画——横折、竖折折钩、横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91874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80774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69675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2186136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2271861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路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609576" y="2424261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74727" y="2424261"/>
            <a:ext cx="19801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足字旁，右边是「各」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91874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80774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69675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2992487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22275" y="3078212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609576" y="3230612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574727" y="3230612"/>
            <a:ext cx="2574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左边是「又」，右边是「寸」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91874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480774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969675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600" y="3798838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22275" y="3884563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1609576" y="4036963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画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574727" y="4036963"/>
            <a:ext cx="2178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外框先写，里面两横一竖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91874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480774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969675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9600" y="4605189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2275" y="4690914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站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1609576" y="4843314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画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574727" y="4843314"/>
            <a:ext cx="41580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立字旁，右边是「占」——跟「店」的右边一样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991874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480774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969675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09600" y="547508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每个字写三遍。「站」和「店」右边同一个「占」，左边不同。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6088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70683" y="166688"/>
            <a:ext cx="1116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943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回头看今天的三个目标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94421"/>
            <a:ext cx="10972800" cy="944761"/>
          </a:xfrm>
          <a:prstGeom prst="roundRect">
            <a:avLst>
              <a:gd name="adj" fmla="val 672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9563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956346"/>
            <a:ext cx="290129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能说「马路」「对面」「火车站」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2291507"/>
            <a:ext cx="29012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/ 😐 / 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891582"/>
            <a:ext cx="10972800" cy="944761"/>
          </a:xfrm>
          <a:prstGeom prst="roundRect">
            <a:avLst>
              <a:gd name="adj" fmla="val 672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305350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3053507"/>
            <a:ext cx="290129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会用「就」说「就在马路对面」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3388668"/>
            <a:ext cx="29012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/ 😐 / 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988743"/>
            <a:ext cx="10972800" cy="944761"/>
          </a:xfrm>
          <a:prstGeom prst="roundRect">
            <a:avLst>
              <a:gd name="adj" fmla="val 672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1506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4150668"/>
            <a:ext cx="248686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会说「走路五分钟就到了」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4485829"/>
            <a:ext cx="24868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/ 😐 / 👎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506045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每一条请一个同学用中文举一个例子——说得出来才算 👍。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Exit ticket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945" y="176213"/>
            <a:ext cx="511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621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写一句用「就」的句子，交上来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62150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286000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就在 ________ 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293715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Must be about a real place you know.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7635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下节课是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游戏课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——你会需要的，因为要开始说两段的路：先坐船，然后坐公共汽车。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4169866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366617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630043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写完了？写两句：一句「就在」，一句「就到了」。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2026-09-15T23:14:46Z</dcterms:created>
  <dcterms:modified xsi:type="dcterms:W3CDTF">2026-09-15T23:14:46Z</dcterms:modified>
</cp:coreProperties>
</file>