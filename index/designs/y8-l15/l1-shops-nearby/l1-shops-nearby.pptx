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1792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49500" y="166688"/>
            <a:ext cx="10463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第十五课 · 社区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292" y="176213"/>
            <a:ext cx="4006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27320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2 · P.142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00176"/>
            <a:ext cx="11192256" cy="905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28"/>
              </a:lnSpc>
              <a:spcBef>
                <a:spcPts val="1000"/>
              </a:spcBef>
              <a:buNone/>
            </a:pPr>
            <a:r>
              <a:rPr lang="en-US" sz="66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我家附近有什么？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609600" y="3581549"/>
            <a:ext cx="1119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600"/>
              </a:spcBef>
              <a:buNone/>
            </a:pPr>
            <a:r>
              <a:rPr lang="en-US" sz="30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Shops Near My Home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4267349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buNone/>
            </a:pPr>
            <a:r>
              <a:rPr lang="en-US" sz="18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8 · Book 2 · Unit 5 · Lesson 15 · 50 minutes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4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33017" y="166688"/>
            <a:ext cx="10463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第十四课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140" y="176213"/>
            <a:ext cx="4262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96440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小白板 · 五题 · 写完举起来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164431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1275457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03127" y="1275457"/>
            <a:ext cx="155994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翻译：</a:t>
            </a:r>
            <a:r>
              <a:rPr lang="en-US" sz="1600" i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wardrobe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03127" y="1610618"/>
            <a:ext cx="15599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衣柜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064544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96826" y="2175570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203127" y="2175570"/>
            <a:ext cx="159516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翻译：</a:t>
            </a:r>
            <a:r>
              <a:rPr lang="en-US" sz="1600" i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bookshelf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03127" y="2510730"/>
            <a:ext cx="15951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书架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2964656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96826" y="3075682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203127" y="3075682"/>
            <a:ext cx="233870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翻译：</a:t>
            </a:r>
            <a:r>
              <a:rPr lang="en-US" sz="1600" i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washing machine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03127" y="3410843"/>
            <a:ext cx="23387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洗衣机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3864769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6826" y="3975795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203127" y="3975795"/>
            <a:ext cx="247426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翻译：</a:t>
            </a:r>
            <a:r>
              <a:rPr lang="en-US" sz="1600" i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desk and a chair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03127" y="4310955"/>
            <a:ext cx="24742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量词：一张书桌、一把椅子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4764881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96826" y="4875907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1203127" y="4875907"/>
            <a:ext cx="338539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问一问同桌：</a:t>
            </a:r>
            <a:r>
              <a:rPr lang="en-US" sz="1600" i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What's in your room?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03127" y="5211068"/>
            <a:ext cx="33853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你的房间里有什么？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09600" y="5690295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上一课你把房子装满了。今天走出大门。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132510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092523" y="166688"/>
            <a:ext cx="13947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从家具到家具店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22397" y="180975"/>
            <a:ext cx="3688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5518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家具　→　家具店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55205"/>
            <a:ext cx="10972800" cy="1179165"/>
          </a:xfrm>
          <a:prstGeom prst="roundRect">
            <a:avLst>
              <a:gd name="adj" fmla="val 9693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679055"/>
            <a:ext cx="10479988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家具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09600" y="3686770"/>
            <a:ext cx="11192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already know this word — Lesson 14 spent fifty minutes on it. Add one character and it becomes the shop the furniture came from.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4499521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今天四个生词，有三个是「你已经会的字 + 店」。生词表看着长，其实要记的只有前面那个字。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70209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8–10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81733" y="166688"/>
            <a:ext cx="19591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学习目标 · Learning Intention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22397" y="180975"/>
            <a:ext cx="3688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98479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学习目标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184821"/>
            <a:ext cx="10972800" cy="1149251"/>
          </a:xfrm>
          <a:prstGeom prst="roundRect">
            <a:avLst>
              <a:gd name="adj" fmla="val 9946"/>
            </a:avLst>
          </a:prstGeom>
          <a:solidFill>
            <a:srgbClr val="D8DEE0"/>
          </a:solidFill>
          <a:ln w="19050">
            <a:solidFill>
              <a:srgbClr val="3D5A7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1394371"/>
            <a:ext cx="10531602" cy="730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buNone/>
            </a:pPr>
            <a:r>
              <a:rPr lang="en-US" sz="2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to name the shops near our home and list them in one sentence.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09600" y="248647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CRITERIA · 我能……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" y="2787997"/>
            <a:ext cx="10972800" cy="935236"/>
          </a:xfrm>
          <a:prstGeom prst="roundRect">
            <a:avLst>
              <a:gd name="adj" fmla="val 679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294992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279327" y="2949922"/>
            <a:ext cx="323723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name four shops in Chinese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9327" y="3285083"/>
            <a:ext cx="32372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能说出四个商店的名字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9600" y="3875633"/>
            <a:ext cx="10972800" cy="935236"/>
          </a:xfrm>
          <a:prstGeom prst="roundRect">
            <a:avLst>
              <a:gd name="adj" fmla="val 679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403755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279327" y="4037558"/>
            <a:ext cx="506557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what is near my home using 我家附近有……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9327" y="4372719"/>
            <a:ext cx="506557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能用「我家附近有……」说家附近有什么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9600" y="4963269"/>
            <a:ext cx="10972800" cy="935236"/>
          </a:xfrm>
          <a:prstGeom prst="roundRect">
            <a:avLst>
              <a:gd name="adj" fmla="val 679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2275" y="5125194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279327" y="5125194"/>
            <a:ext cx="522192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list several things in one sentence with 、 and 等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79327" y="5460355"/>
            <a:ext cx="522192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会用「、」和「等」把几样东西放进一句话里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087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1 · Cycle 1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140" y="176213"/>
            <a:ext cx="4262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6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LHO6BoqOp1/img/fuj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020467" y="3866852"/>
            <a:ext cx="49640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fùjìn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654201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附近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2955429" y="5070723"/>
            <a:ext cx="6292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nearby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6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LHO6BoqOp1/img/huadi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847552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505825" y="3866852"/>
            <a:ext cx="8611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huādiàn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318450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花店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8389739" y="5070723"/>
            <a:ext cx="10981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flower shop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20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1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396" y="176213"/>
            <a:ext cx="4270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附近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有一个学校。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There is a school near my home.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花店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里有很多花。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There are lots of flowers in the flower shop.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B05B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附近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有一个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花店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There is a flower shop near my home.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问：你家附近有花店吗？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7858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1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71796" y="176213"/>
            <a:ext cx="4204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1990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19933"/>
            <a:ext cx="10972800" cy="1314450"/>
          </a:xfrm>
          <a:prstGeom prst="roundRect">
            <a:avLst>
              <a:gd name="adj" fmla="val 8696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643783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我家附近有 ________ 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3812084"/>
            <a:ext cx="10972800" cy="951458"/>
          </a:xfrm>
          <a:prstGeom prst="roundRect">
            <a:avLst>
              <a:gd name="adj" fmla="val 6674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4008834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4272260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两个地方，用「和」连起来，再说你常去哪一个：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我家附近有一个学校和一个花店，我常常去花店。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633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2 · Cycle 2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694" y="176213"/>
            <a:ext cx="4267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6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LHO6BoqOp1/img/wenjudi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18941" y="3866852"/>
            <a:ext cx="111151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wénjùdiàn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349401" y="4285952"/>
            <a:ext cx="1865376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文具店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2553891" y="5070723"/>
            <a:ext cx="14482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stationery shop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6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LHO6BoqOp1/img/jiajudi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847552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469809" y="3866852"/>
            <a:ext cx="9346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jiājùdiàn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013650" y="4285952"/>
            <a:ext cx="1865376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家具店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8281243" y="5070723"/>
            <a:ext cx="13194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furniture shop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48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2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247" y="176213"/>
            <a:ext cx="4271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我常常去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文具店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often go to the stationery shop.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家具店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里有沙发和书桌。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There are sofas and desks in the furniture shop.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B05B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我家附近有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文具店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和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家具店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There's a stationery shop and a furniture shop near my home.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问：家具店里卖什么？说三样。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131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2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9139" y="176213"/>
            <a:ext cx="4844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1990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19933"/>
            <a:ext cx="10972800" cy="1314450"/>
          </a:xfrm>
          <a:prstGeom prst="roundRect">
            <a:avLst>
              <a:gd name="adj" fmla="val 8696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643783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我在 ________ 买 ________ 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3812084"/>
            <a:ext cx="10972800" cy="951458"/>
          </a:xfrm>
          <a:prstGeom prst="roundRect">
            <a:avLst>
              <a:gd name="adj" fmla="val 6674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4008834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4272260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一句话说两个店，各买一样：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我在文具店买笔，在家具店买书桌。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3797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checkpoint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547" y="176213"/>
            <a:ext cx="4595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5758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CHARACTERS ONLY · 一起读出来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84562"/>
            <a:ext cx="2590800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2897" y="3024188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附近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403550" y="2684562"/>
            <a:ext cx="2590800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16847" y="3024188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花店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197501" y="2684562"/>
            <a:ext cx="2590800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10798" y="3024188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文具店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991451" y="2684562"/>
            <a:ext cx="2590949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104747" y="3024188"/>
            <a:ext cx="2364358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家具店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09600" y="429726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读不出来就停下来重教——不要往下走。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703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Sentence pattern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395" y="176213"/>
            <a:ext cx="4851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9267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说说你家附近有什么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92696"/>
            <a:ext cx="10972800" cy="971550"/>
          </a:xfrm>
          <a:prstGeom prst="roundRect">
            <a:avLst>
              <a:gd name="adj" fmla="val 11765"/>
            </a:avLst>
          </a:prstGeom>
          <a:solidFill>
            <a:srgbClr val="D8DEE0"/>
          </a:solidFill>
          <a:ln w="19050">
            <a:solidFill>
              <a:srgbClr val="3D5A7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0199" y="1302246"/>
            <a:ext cx="1053160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地方 + 附近有 + A、B、C + 等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09600" y="2191196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2275" y="235312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279327" y="2353121"/>
            <a:ext cx="310622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附近有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花店。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79327" y="2791271"/>
            <a:ext cx="310622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 shop — the simplest form.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390007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55193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279327" y="3551932"/>
            <a:ext cx="326440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附近有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花店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和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文具店。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79327" y="3990082"/>
            <a:ext cx="326440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 shops, joined with 和.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4588818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2275" y="4750743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279327" y="4750743"/>
            <a:ext cx="654232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附近有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饭店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、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文具店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、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家具店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、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花店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等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79327" y="5188893"/>
            <a:ext cx="6542327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Four shops. 「、」between them, 「等」at the end. This is Text 1.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576217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「等」就是第四单元的「等等」。「、」是中文的列举号——它不是句号，一句话还没说完。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1916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最难的一句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693" y="176213"/>
            <a:ext cx="4848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5518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两个分句，加一个去年学的词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55205"/>
            <a:ext cx="10972800" cy="1179165"/>
          </a:xfrm>
          <a:prstGeom prst="roundRect">
            <a:avLst>
              <a:gd name="adj" fmla="val 9693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679055"/>
            <a:ext cx="10479988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学校附近有文具店和家具店等，我常常去那儿买东西。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09600" y="3686770"/>
            <a:ext cx="11192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Near the school there's a stationery shop, a furniture shop and so on — I often go there to buy things.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4499521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「那儿」是七年级的词。新句型拿旧词来装，才是真的会了。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0149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课文一 · CD 71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097" y="176213"/>
            <a:ext cx="4854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06439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课文一 · 第一句 · 课本 P.142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264420"/>
            <a:ext cx="10972800" cy="1139726"/>
          </a:xfrm>
          <a:prstGeom prst="roundRect">
            <a:avLst>
              <a:gd name="adj" fmla="val 10029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588270"/>
            <a:ext cx="10479988" cy="492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75"/>
              </a:lnSpc>
              <a:buNone/>
            </a:pPr>
            <a:r>
              <a:rPr lang="en-US" sz="25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我家附近有</a:t>
            </a:r>
            <a:r>
              <a:rPr lang="en-US" sz="25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饭店</a:t>
            </a:r>
            <a:r>
              <a:rPr lang="en-US" sz="25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、文具店、家具店、花店等。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609600" y="3556546"/>
            <a:ext cx="10972800" cy="1262360"/>
          </a:xfrm>
          <a:prstGeom prst="roundRect">
            <a:avLst>
              <a:gd name="adj" fmla="val 9054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33450" y="3804196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用中文回答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他家附近有几个店？他家附近有没有家具店？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4225826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spcBef>
                <a:spcPts val="600"/>
              </a:spcBef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「饭店」今天只认，不写：「饭」你会，「店」今天四个词里有三个都带。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0550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CFU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395" y="176213"/>
            <a:ext cx="4851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5263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CHECK FOR UNDERSTANDING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52661"/>
            <a:ext cx="10972800" cy="1041350"/>
          </a:xfrm>
          <a:prstGeom prst="roundRect">
            <a:avLst>
              <a:gd name="adj" fmla="val 609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21458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1214586"/>
            <a:ext cx="369158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「附近」是什么意思？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79327" y="1665387"/>
            <a:ext cx="36915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是「nearby」就竖大拇指，是「far」就朝下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246412"/>
            <a:ext cx="10972800" cy="1041350"/>
          </a:xfrm>
          <a:prstGeom prst="roundRect">
            <a:avLst>
              <a:gd name="adj" fmla="val 609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2275" y="240833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279327" y="2408337"/>
            <a:ext cx="209414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翻译：</a:t>
            </a:r>
            <a:r>
              <a:rPr lang="en-US" sz="2100" b="1" i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flower shop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79327" y="2859137"/>
            <a:ext cx="20941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写在小白板上，举起来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440162"/>
            <a:ext cx="10972800" cy="1041350"/>
          </a:xfrm>
          <a:prstGeom prst="roundRect">
            <a:avLst>
              <a:gd name="adj" fmla="val 609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360208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279327" y="3602087"/>
            <a:ext cx="462457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这句话哪里错了？　我家花店附近有。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279327" y="4052888"/>
            <a:ext cx="46245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「附近」跟着「我家」走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4633913"/>
            <a:ext cx="10972800" cy="1041350"/>
          </a:xfrm>
          <a:prstGeom prst="roundRect">
            <a:avLst>
              <a:gd name="adj" fmla="val 609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275" y="479583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1279327" y="4795838"/>
            <a:ext cx="598474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我说一个店，你说一样在那儿买的东西——中文。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279327" y="5246638"/>
            <a:ext cx="59847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家具店。文具店。花店。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580221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答案不上屏——老师现场收（白板／点名）。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8640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stays on screen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7651" y="176213"/>
            <a:ext cx="4859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01798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这一课的生词 · STAYS UP WHILE YOU WORK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319510"/>
            <a:ext cx="3539133" cy="2006352"/>
          </a:xfrm>
          <a:prstGeom prst="roundRect">
            <a:avLst>
              <a:gd name="adj" fmla="val 569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LHO6BoqOp1/img/fuj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8417" y="1455986"/>
            <a:ext cx="1041350" cy="10413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960066" y="2598837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附近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4326434" y="1319510"/>
            <a:ext cx="3539133" cy="2006352"/>
          </a:xfrm>
          <a:prstGeom prst="roundRect">
            <a:avLst>
              <a:gd name="adj" fmla="val 569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var/folders/6c/210dcgxn4gz5sm71vld2cy1h0000gn/T/tmp.LHO6BoqOp1/img/huadi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5250" y="1455986"/>
            <a:ext cx="1041350" cy="10413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76900" y="2598837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花店</a:t>
            </a:r>
            <a:endParaRPr lang="en-US" sz="3300" dirty="0"/>
          </a:p>
        </p:txBody>
      </p:sp>
      <p:sp>
        <p:nvSpPr>
          <p:cNvPr id="15" name="Text 11"/>
          <p:cNvSpPr/>
          <p:nvPr/>
        </p:nvSpPr>
        <p:spPr>
          <a:xfrm>
            <a:off x="8043267" y="1319510"/>
            <a:ext cx="3539133" cy="2006352"/>
          </a:xfrm>
          <a:prstGeom prst="roundRect">
            <a:avLst>
              <a:gd name="adj" fmla="val 569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/var/folders/6c/210dcgxn4gz5sm71vld2cy1h0000gn/T/tmp.LHO6BoqOp1/img/wenjudi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2084" y="1455986"/>
            <a:ext cx="1041350" cy="10413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84184" y="2598837"/>
            <a:ext cx="128244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文具店</a:t>
            </a:r>
            <a:endParaRPr lang="en-US" sz="3300" dirty="0"/>
          </a:p>
        </p:txBody>
      </p:sp>
      <p:sp>
        <p:nvSpPr>
          <p:cNvPr id="18" name="Text 13"/>
          <p:cNvSpPr/>
          <p:nvPr/>
        </p:nvSpPr>
        <p:spPr>
          <a:xfrm>
            <a:off x="609600" y="3503563"/>
            <a:ext cx="3539133" cy="2006352"/>
          </a:xfrm>
          <a:prstGeom prst="roundRect">
            <a:avLst>
              <a:gd name="adj" fmla="val 569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3" descr="/var/folders/6c/210dcgxn4gz5sm71vld2cy1h0000gn/T/tmp.LHO6BoqOp1/img/jiajudi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8417" y="3640038"/>
            <a:ext cx="1041350" cy="10413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750516" y="4782889"/>
            <a:ext cx="128244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家具店</a:t>
            </a:r>
            <a:endParaRPr lang="en-US" sz="3300" dirty="0"/>
          </a:p>
        </p:txBody>
      </p:sp>
      <p:sp>
        <p:nvSpPr>
          <p:cNvPr id="21" name="Text 15"/>
          <p:cNvSpPr/>
          <p:nvPr/>
        </p:nvSpPr>
        <p:spPr>
          <a:xfrm>
            <a:off x="609600" y="5636865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这一页留在屏幕上——后面两个活动都看它。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0327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7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14050" y="176213"/>
            <a:ext cx="4793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95902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画一条你家附近的街</a:t>
            </a:r>
            <a:endParaRPr lang="en-US" sz="1100" dirty="0"/>
          </a:p>
        </p:txBody>
      </p:sp>
      <p:pic>
        <p:nvPicPr>
          <p:cNvPr id="9" name="Image 0" descr="/var/folders/6c/210dcgxn4gz5sm71vld2cy1h0000gn/T/tmp.LHO6BoqOp1/img/jied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209800"/>
            <a:ext cx="2667000" cy="2667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708350" y="2612678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发纸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纸上有五个空店面。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708350" y="2958108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写店名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花店、文具店、家具店、饭店，再加一个你自己想的。三分钟。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708350" y="3303538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在下面写一句话，把五个店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全部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放进去。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708350" y="3648968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写完请两个同学念自己的——总览页还在屏幕上，可以看。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3708350" y="4121348"/>
            <a:ext cx="80315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我家附近有花店、文具店、家具店、饭店等。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2962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Extension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7948" y="176213"/>
            <a:ext cx="4856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1231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加难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12343"/>
            <a:ext cx="10972800" cy="2458641"/>
          </a:xfrm>
          <a:prstGeom prst="roundRect">
            <a:avLst>
              <a:gd name="adj" fmla="val 4649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55999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写成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两句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，不是一句：第一句说有哪些店，第二句说你最常去哪一个，还要说为什么。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90542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第二句要用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「因为……所以……」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25085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写完把纸盖上，不看，再说一遍。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723233"/>
            <a:ext cx="1053160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我家附近有花店、文具店、家具店和饭店等。因为我很喜欢吃快餐，所以我常常去饭店。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0397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9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7502" y="176213"/>
            <a:ext cx="4860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19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62297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站起来，问四个人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22996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98492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1984921"/>
            <a:ext cx="357591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问四个不同的同学：</a:t>
            </a:r>
            <a:r>
              <a:rPr lang="en-US" sz="1600" b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你家附近有什么？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79327" y="2320082"/>
            <a:ext cx="357591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答案用汉字记在纸背面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901107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2275" y="306303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279327" y="3063032"/>
            <a:ext cx="349758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四个人问完就坐下。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79327" y="3398193"/>
            <a:ext cx="34975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记不下来就请他再说一遍——这也是中文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979218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4141143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279327" y="4141143"/>
            <a:ext cx="4838167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请三个同学报告</a:t>
            </a:r>
            <a:r>
              <a:rPr lang="en-US" sz="1600" b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别人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的：小明家附近有超市和书店。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79327" y="4476304"/>
            <a:ext cx="48381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报告的那一句才是这个活动的重点：要用第三人称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503187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记下来才报告得出来。光听不写，一坐下就忘了。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2962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Extension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3987" y="176213"/>
            <a:ext cx="5100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1234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加难 · 你当采访的人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512368"/>
            <a:ext cx="10972800" cy="2058591"/>
          </a:xfrm>
          <a:prstGeom prst="roundRect">
            <a:avLst>
              <a:gd name="adj" fmla="val 5552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76001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问的时候用上一课的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有没有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：你家附近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有没有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文具店？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310544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对方说「没有」，你要追问：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没有的话，你去哪儿买笔？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45087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最后报告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同学，一口气说完，还要比较。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92325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小明家附近有文具店，可是小红家附近没有，她要坐公共汽车去买笔。</a:t>
            </a:r>
            <a:endParaRPr lang="en-US" sz="2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23863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132981" y="166688"/>
            <a:ext cx="8250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拍字卡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44709" y="180975"/>
            <a:ext cx="4481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21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86883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拍字卡 · 7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68860"/>
            <a:ext cx="10972800" cy="1531590"/>
          </a:xfrm>
          <a:prstGeom prst="roundRect">
            <a:avLst>
              <a:gd name="adj" fmla="val 7463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316510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黑板上摆一套卡：今天四个词 + 饭店 + 上一课的五个家具词（干扰项）。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661940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两个同学上来，老师说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英文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，谁先拍到谁得分，赢的留下。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007370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全班两人一轮，轮完为止。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09600" y="3778151"/>
            <a:ext cx="10972800" cy="1236464"/>
          </a:xfrm>
          <a:prstGeom prst="roundRect">
            <a:avLst>
              <a:gd name="adj" fmla="val 5136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57250" y="3974902"/>
            <a:ext cx="10687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7250" y="4228802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老师不说英文了，改说一句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缺词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的中文：我在 ______ 买沙发。 学生拍那个店。最强的一对：老师不出声，上一轮的赢家自己编中文提示。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1916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写字 · 课文一生词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3243" y="176213"/>
            <a:ext cx="5108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22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7976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写字 · 课本笔顺 · 练习册 PP.164–165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379786"/>
            <a:ext cx="10972800" cy="742950"/>
          </a:xfrm>
          <a:prstGeom prst="roundRect">
            <a:avLst>
              <a:gd name="adj" fmla="val 854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465511"/>
            <a:ext cx="5698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附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609576" y="1617911"/>
            <a:ext cx="751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画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74727" y="1617911"/>
            <a:ext cx="31681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左边是「阝」，两画写完，不是三画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991874" y="1551236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480774" y="1551236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969675" y="1551236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9600" y="2186136"/>
            <a:ext cx="10972800" cy="742950"/>
          </a:xfrm>
          <a:prstGeom prst="roundRect">
            <a:avLst>
              <a:gd name="adj" fmla="val 854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2271861"/>
            <a:ext cx="5698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近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609576" y="2424261"/>
            <a:ext cx="751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画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574727" y="2424261"/>
            <a:ext cx="23760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先写「斤」，最后写走之底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991874" y="2357586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480774" y="2357586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0969675" y="2357586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09600" y="2992487"/>
            <a:ext cx="10972800" cy="742950"/>
          </a:xfrm>
          <a:prstGeom prst="roundRect">
            <a:avLst>
              <a:gd name="adj" fmla="val 854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22275" y="3078212"/>
            <a:ext cx="5698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花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1609576" y="3230612"/>
            <a:ext cx="751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画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574727" y="3230612"/>
            <a:ext cx="23760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草字头三画，下面是「化」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991874" y="3163937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0480774" y="3163937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0969675" y="3163937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09600" y="3798838"/>
            <a:ext cx="10972800" cy="742950"/>
          </a:xfrm>
          <a:prstGeom prst="roundRect">
            <a:avLst>
              <a:gd name="adj" fmla="val 854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22275" y="3884563"/>
            <a:ext cx="5698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店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1609576" y="4036963"/>
            <a:ext cx="751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画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2574727" y="4036963"/>
            <a:ext cx="19801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广字头，里面是「占」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991874" y="3970288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0480774" y="3970288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0969675" y="3970288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09600" y="4605189"/>
            <a:ext cx="10972800" cy="742950"/>
          </a:xfrm>
          <a:prstGeom prst="roundRect">
            <a:avLst>
              <a:gd name="adj" fmla="val 854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22275" y="4690914"/>
            <a:ext cx="5698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具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1609576" y="4843314"/>
            <a:ext cx="751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画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2574727" y="4843314"/>
            <a:ext cx="19801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中间是三横，不是两横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991874" y="4776639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0480774" y="4776639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0969675" y="4776639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09600" y="547508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每个字写三遍。这是这五个字在整个单元里唯一一次动笔的机会。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7858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 · PLENARY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44217" y="166688"/>
            <a:ext cx="12795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43–50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3541" y="176213"/>
            <a:ext cx="5105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23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60868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回头看今天的三个目标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08708"/>
            <a:ext cx="10972800" cy="935236"/>
          </a:xfrm>
          <a:prstGeom prst="roundRect">
            <a:avLst>
              <a:gd name="adj" fmla="val 679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970633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1970633"/>
            <a:ext cx="210340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能说出四个商店的名字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79327" y="2305794"/>
            <a:ext cx="210340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👍 / 😐 / 👎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896344"/>
            <a:ext cx="10972800" cy="935236"/>
          </a:xfrm>
          <a:prstGeom prst="roundRect">
            <a:avLst>
              <a:gd name="adj" fmla="val 679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2275" y="3058269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279327" y="3058269"/>
            <a:ext cx="2313807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能用「我家附近有……」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79327" y="3393430"/>
            <a:ext cx="231380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👍 / 😐 / 👎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983980"/>
            <a:ext cx="10972800" cy="935236"/>
          </a:xfrm>
          <a:prstGeom prst="roundRect">
            <a:avLst>
              <a:gd name="adj" fmla="val 679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4145905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279327" y="4145905"/>
            <a:ext cx="474116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会用「、」和「等」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79327" y="4481066"/>
            <a:ext cx="474116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👍 / 😐 / 👎 —— 这一条举 👎 的人多，下节课再来一次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5046166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举手或者写在小白板上。这不是打分，是给老师看的。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7858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 · PLENARY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44217" y="166688"/>
            <a:ext cx="1324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 · Exit ticket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2945" y="176213"/>
            <a:ext cx="5111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24 / 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6212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 · 写一句，交上来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62150"/>
            <a:ext cx="10972800" cy="1179165"/>
          </a:xfrm>
          <a:prstGeom prst="roundRect">
            <a:avLst>
              <a:gd name="adj" fmla="val 9693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286000"/>
            <a:ext cx="10479988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我家附近有 ________ 。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09600" y="3293715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 least two shops, and it must have 等 in it.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3763566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下节课：超市，还有那个告诉你有多远的字——「离」。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600" y="4169866"/>
            <a:ext cx="10972800" cy="951458"/>
          </a:xfrm>
          <a:prstGeom prst="roundRect">
            <a:avLst>
              <a:gd name="adj" fmla="val 6674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57250" y="4366617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7250" y="4630043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写完了？把它写成三句话的一段，不是一句。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2026-09-15T23:12:31Z</dcterms:created>
  <dcterms:modified xsi:type="dcterms:W3CDTF">2026-09-15T23:12:31Z</dcterms:modified>
</cp:coreProperties>
</file>