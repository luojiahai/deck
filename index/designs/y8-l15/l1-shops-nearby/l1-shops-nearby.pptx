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0866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858714" y="166688"/>
            <a:ext cx="9674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第十五课 · 社区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P.142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我家附近有什么？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Shops Near My Home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15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3251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92523" y="166688"/>
            <a:ext cx="9674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第十四课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4059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小白板 · 五题 · 写完举起来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40619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25164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251645"/>
            <a:ext cx="156100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wardrobe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1586805"/>
            <a:ext cx="156100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050256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161282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161282"/>
            <a:ext cx="157968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bookshelf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496443"/>
            <a:ext cx="157968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959894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07092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070920"/>
            <a:ext cx="232716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washing machine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406080"/>
            <a:ext cx="232716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869531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98055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3980557"/>
            <a:ext cx="237877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desk and a chair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315718"/>
            <a:ext cx="2378779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量词：一张书桌、一把椅子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779169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89019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1203127" y="4890195"/>
            <a:ext cx="330296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问一问同桌：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What's in your room?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03127" y="5225355"/>
            <a:ext cx="330296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你的房间里有什么？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571410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上一课你把房子装满了。今天走出大门。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482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从家具到家具店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5518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家具　→　家具店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5520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7905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686770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You already know this word — Lesson 14 spent fifty minutes on it. Add one character and it becomes the shop the furniture came from.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49952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今天四个生词，有三个是「你已经会的字 + 店」。生词表看着长，其实要记的只有前面那个字。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843" y="176213"/>
            <a:ext cx="4265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816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81720"/>
            <a:ext cx="10972800" cy="784175"/>
          </a:xfrm>
          <a:prstGeom prst="roundRect">
            <a:avLst>
              <a:gd name="adj" fmla="val 1457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591270"/>
            <a:ext cx="10531602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name the shops near our home and list them in one sentence.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31829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61982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8174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781746"/>
            <a:ext cx="333256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four shops in Chinese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116907"/>
            <a:ext cx="33325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能说出四个商店的名字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69793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385985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3859857"/>
            <a:ext cx="529342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what is near my home using 我家附近有……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195018"/>
            <a:ext cx="5293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能用「我家附近有……」说家附近有什么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77604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493796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4937968"/>
            <a:ext cx="542291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list several things in one sentence with 、 and 等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273129"/>
            <a:ext cx="542291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会用「、」和「等」把几样东西放进一句话里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140" y="176213"/>
            <a:ext cx="4262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fuj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020467" y="3866852"/>
            <a:ext cx="49640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fùjìn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4201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2955429" y="5070723"/>
            <a:ext cx="6292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nearby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kuKuqUEQz8/img/huad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505825" y="3866852"/>
            <a:ext cx="8611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huādiàn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318450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389739" y="5070723"/>
            <a:ext cx="10981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flower shop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396" y="176213"/>
            <a:ext cx="4270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有一个学校。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is a school near my home.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里有很多花。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are lots of flowers in the flower shop.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is a flower shop near my home.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问：你家附近有花店吗？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796" y="176213"/>
            <a:ext cx="4204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990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993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4378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812084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400883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272260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两个地方，用「和」连起来，再说你常去哪一个：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我家附近有一个学校和一个花店，我常常去花店。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694" y="176213"/>
            <a:ext cx="4267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wenjud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18941" y="3866852"/>
            <a:ext cx="11115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wénjùdiàn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349401" y="4285952"/>
            <a:ext cx="1865376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2553891" y="5070723"/>
            <a:ext cx="14482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stationery shop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kuKuqUEQz8/img/jiajud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469809" y="3866852"/>
            <a:ext cx="93466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jiājùdiàn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013650" y="4285952"/>
            <a:ext cx="1865376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281243" y="5070723"/>
            <a:ext cx="13194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furniture shop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247" y="176213"/>
            <a:ext cx="4271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我常常去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often go to the stationery shop.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里有沙发和书桌。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are sofas and desks in the furniture shop.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stationery shop and a furniture shop near my home.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问：家具店里卖什么？说三样。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139" y="176213"/>
            <a:ext cx="4844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990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993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4378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我在 ________ 买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812084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400883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272260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一句话说两个店，各买一样：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我在文具店买笔，在家具店买书桌。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547" y="176213"/>
            <a:ext cx="4595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57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84562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24188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2972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26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说说你家附近有什么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2696"/>
            <a:ext cx="10972800" cy="971550"/>
          </a:xfrm>
          <a:prstGeom prst="roundRect">
            <a:avLst>
              <a:gd name="adj" fmla="val 11765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02246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地方 + 附近有 + A、B、C + 等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19119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3531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353121"/>
            <a:ext cx="310622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91271"/>
            <a:ext cx="310622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One shop — the simplest form.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9000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519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551932"/>
            <a:ext cx="326440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90082"/>
            <a:ext cx="326440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shops, joined with 和.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8881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7507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750743"/>
            <a:ext cx="65423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饭店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88893"/>
            <a:ext cx="654232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Four shops. 「、」between them, 「等」at the end. This is Text 1.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621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「等」就是第四单元的「等等」。「、」是中文的列举号——它不是句号，一句话还没说完。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693" y="176213"/>
            <a:ext cx="4848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5518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两个分句，加一个去年学的词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5520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7905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学校附近有文具店和家具店等，我常常去那儿买东西。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686770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Near the school there's a stationery shop, a furniture shop and so on — I often go there to buy things.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49952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「那儿」是七年级的词。新句型拿旧词来装，才是真的会了。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149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CD 71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097" y="176213"/>
            <a:ext cx="4854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0643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第一句 · 课本 P.142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264420"/>
            <a:ext cx="10972800" cy="1139726"/>
          </a:xfrm>
          <a:prstGeom prst="roundRect">
            <a:avLst>
              <a:gd name="adj" fmla="val 10029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588270"/>
            <a:ext cx="10479988" cy="49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75"/>
              </a:lnSpc>
              <a:buNone/>
            </a:pPr>
            <a:r>
              <a:rPr lang="en-US" sz="25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</a:t>
            </a:r>
            <a:r>
              <a:rPr lang="en-US" sz="25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饭店</a:t>
            </a:r>
            <a:r>
              <a:rPr lang="en-US" sz="25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、文具店、家具店、花店等。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09600" y="3556546"/>
            <a:ext cx="10972800" cy="1262360"/>
          </a:xfrm>
          <a:prstGeom prst="roundRect">
            <a:avLst>
              <a:gd name="adj" fmla="val 9054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3450" y="3804196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用中文回答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他家附近有几个店？他家附近有没有家具店？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4225826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spcBef>
                <a:spcPts val="600"/>
              </a:spcBef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「饭店」今天只认，不写：「饭」你会，「店」今天四个词里有三个都带。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369158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「附近」是什么意思？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36915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是「nearby」就竖大拇指，是「far」就朝下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209414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flower shop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209414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写在小白板上，举起来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46245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这句话哪里错了？　我家花店附近有。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462457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「附近」跟着「我家」走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598474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我说一个店，你说一样在那儿买的东西——中文。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59847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家具店。文具店。花店。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651" y="176213"/>
            <a:ext cx="4859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179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fuj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417" y="1455986"/>
            <a:ext cx="1041350" cy="10413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60066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26434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kuKuqUEQz8/img/huad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50" y="1455986"/>
            <a:ext cx="1041350" cy="10413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76900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endParaRPr lang="en-US" sz="3300" dirty="0"/>
          </a:p>
        </p:txBody>
      </p:sp>
      <p:sp>
        <p:nvSpPr>
          <p:cNvPr id="15" name="Text 11"/>
          <p:cNvSpPr/>
          <p:nvPr/>
        </p:nvSpPr>
        <p:spPr>
          <a:xfrm>
            <a:off x="8043267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kuKuqUEQz8/img/wenjudi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084" y="1455986"/>
            <a:ext cx="1041350" cy="10413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84184" y="2598837"/>
            <a:ext cx="12824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3503563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3" descr="/var/folders/6c/210dcgxn4gz5sm71vld2cy1h0000gn/T/tmp.kuKuqUEQz8/img/jiajudi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417" y="3640038"/>
            <a:ext cx="1041350" cy="10413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750516" y="4782889"/>
            <a:ext cx="12824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</a:t>
            </a:r>
            <a:endParaRPr lang="en-US" sz="3300" dirty="0"/>
          </a:p>
        </p:txBody>
      </p:sp>
      <p:sp>
        <p:nvSpPr>
          <p:cNvPr id="21" name="Text 15"/>
          <p:cNvSpPr/>
          <p:nvPr/>
        </p:nvSpPr>
        <p:spPr>
          <a:xfrm>
            <a:off x="609600" y="563686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这一页留在屏幕上——后面两个活动都看它。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27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050" y="176213"/>
            <a:ext cx="479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画一条你家附近的街</a:t>
            </a:r>
            <a:endParaRPr lang="en-US" sz="1100" dirty="0"/>
          </a:p>
        </p:txBody>
      </p:sp>
      <p:pic>
        <p:nvPicPr>
          <p:cNvPr id="9" name="Image 0" descr="/var/folders/6c/210dcgxn4gz5sm71vld2cy1h0000gn/T/tmp.kuKuqUEQz8/img/jied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61267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发纸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纸上有五个空店面。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95810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写店名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花店、文具店、家具店、饭店，再加一个你自己想的。三分钟。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30353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在下面写一句话，把五个店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全部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放进去。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64896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写完请两个同学念自己的——总览页还在屏幕上，可以看。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12134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我家附近有花店、文具店、家具店、饭店等。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2063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231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2343"/>
            <a:ext cx="10972800" cy="2458641"/>
          </a:xfrm>
          <a:prstGeom prst="roundRect">
            <a:avLst>
              <a:gd name="adj" fmla="val 464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5999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写成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，不是一句：第一句说有哪些店，第二句说你最常去哪一个，还要说为什么。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0542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第二句要用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「因为……所以……」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5085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写完把纸盖上，不看，再说一遍。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723233"/>
            <a:ext cx="1053160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我家附近有花店、文具店、家具店和饭店等。因为我很喜欢吃快餐，所以我常常去饭店。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9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9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502" y="176213"/>
            <a:ext cx="4860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229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站起来，问四个人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229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849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84921"/>
            <a:ext cx="357591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问四个不同的同学：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你家附近有什么？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320082"/>
            <a:ext cx="35759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答案用汉字记在纸背面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9011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630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63032"/>
            <a:ext cx="349758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四个人问完就坐下。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98193"/>
            <a:ext cx="3497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记不下来就请他再说一遍——这也是中文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79218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411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41143"/>
            <a:ext cx="483816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请三个同学报告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别人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的：小明家附近有超市和书店。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76304"/>
            <a:ext cx="48381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报告的那一句才是这个活动的重点：要用第三人称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318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记下来才报告得出来。光听不写，一坐下就忘了。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987" y="176213"/>
            <a:ext cx="510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123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 · 你当采访的人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12368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76001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问的时候用上一课的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有没有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：你家附近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有没有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文具店？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10544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对方说「没有」，你要追问：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没有的话，你去哪儿买笔？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45087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最后报告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同学，一口气说完，还要比较。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92325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小明家附近有文具店，可是小红家附近没有，她要坐公共汽车去买笔。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拍字卡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6407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拍字卡 · 7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64097"/>
            <a:ext cx="10972800" cy="1531590"/>
          </a:xfrm>
          <a:prstGeom prst="roundRect">
            <a:avLst>
              <a:gd name="adj" fmla="val 7463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31174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黑板上摆一套卡：今天四个词 + 饭店 + 上一课的五个家具词（干扰项）。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6571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两个同学上来，老师说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英文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，谁先拍到谁得分，赢的留下。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0026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全班两人一轮，轮完为止。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09600" y="3773388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3970139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233565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老师不说英文了，改说一句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缺词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的中文：我在 ______ 买沙发。 学生拍那个店。最强的一对：老师不出声，上一轮的赢家自己编中文提示。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1098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课文一生词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94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课本笔顺 · 练习册 PP.164–165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55973"/>
            <a:ext cx="10972800" cy="752475"/>
          </a:xfrm>
          <a:prstGeom prst="roundRect">
            <a:avLst>
              <a:gd name="adj" fmla="val 843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441698"/>
            <a:ext cx="569875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609576" y="1594098"/>
            <a:ext cx="75128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4727" y="1594098"/>
            <a:ext cx="301180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左边是「阝」，两画写完，不是三画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91874" y="15321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80774" y="15321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69675" y="15321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171849"/>
            <a:ext cx="10972800" cy="752475"/>
          </a:xfrm>
          <a:prstGeom prst="roundRect">
            <a:avLst>
              <a:gd name="adj" fmla="val 843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2257574"/>
            <a:ext cx="569875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近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609576" y="2409974"/>
            <a:ext cx="75128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74727" y="2409974"/>
            <a:ext cx="223456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先写「斤」，最后写走之底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91874" y="2348061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80774" y="2348061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69675" y="2348061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2987725"/>
            <a:ext cx="10972800" cy="752475"/>
          </a:xfrm>
          <a:prstGeom prst="roundRect">
            <a:avLst>
              <a:gd name="adj" fmla="val 843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275" y="3073450"/>
            <a:ext cx="569875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1609576" y="3225850"/>
            <a:ext cx="75128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574727" y="3225850"/>
            <a:ext cx="233172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草字头三画，下面是「化」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918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807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6967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3803600"/>
            <a:ext cx="10972800" cy="752475"/>
          </a:xfrm>
          <a:prstGeom prst="roundRect">
            <a:avLst>
              <a:gd name="adj" fmla="val 843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22275" y="3889325"/>
            <a:ext cx="569875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店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1609576" y="4041725"/>
            <a:ext cx="75128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574727" y="4041725"/>
            <a:ext cx="19431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广字头，里面是「占」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91874" y="3979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80774" y="3979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969675" y="3979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9600" y="4619476"/>
            <a:ext cx="10972800" cy="752475"/>
          </a:xfrm>
          <a:prstGeom prst="roundRect">
            <a:avLst>
              <a:gd name="adj" fmla="val 843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22275" y="4705201"/>
            <a:ext cx="569875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具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1609576" y="4857601"/>
            <a:ext cx="75128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画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2574727" y="4857601"/>
            <a:ext cx="19431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中间是三横，不是两横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91874" y="479568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480774" y="479568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969675" y="479568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09600" y="5498902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每个字写三遍。这是这五个字在整个单元里唯一一次动笔的机会。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2795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541" y="176213"/>
            <a:ext cx="5105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086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回头看今天的三个目标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08708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7063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70633"/>
            <a:ext cx="210340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能说出四个商店的名字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305794"/>
            <a:ext cx="210340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896344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58269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58269"/>
            <a:ext cx="231380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能用「我家附近有……」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93430"/>
            <a:ext cx="231380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83980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45905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45905"/>
            <a:ext cx="474116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会用「、」和「等」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81066"/>
            <a:ext cx="474116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 —— 这一条举 👎 的人多，下节课再来一次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461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举手或者写在小白板上。这不是打分，是给老师看的。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324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Exit ticket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945" y="176213"/>
            <a:ext cx="511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621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写一句，交上来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62150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286000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 ________ 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293715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At least two shops, and it must have 等 in it.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37635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下节课：超市，还有那个告诉你有多远的字——「离」。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4169866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4366617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630043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写完了？把它写成三句话的一段，不是一句。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2026-09-15T23:37:05Z</dcterms:created>
  <dcterms:modified xsi:type="dcterms:W3CDTF">2026-09-15T23:37:05Z</dcterms:modified>
</cp:coreProperties>
</file>