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2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05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P.148, P.150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我先坐船，然后坐公共汽车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First… Then…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拍黑板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219238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1852761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219238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1852761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219238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1852761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2192387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3516213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2897" y="385583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03550" y="3516213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16847" y="385583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197501" y="3516213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10798" y="385583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991451" y="3516213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04747" y="3855839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黑板上八个词，只有汉字。两个同学上来，老师说英文，谁先拍到谁得分。三对，每对九十秒。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「就」在哪儿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70837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小白板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3035350"/>
            <a:ext cx="34543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3149650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电影院在马路对面就。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59052" y="3035350"/>
            <a:ext cx="34543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202" y="3149650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在马路对面。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92703" y="3249662"/>
            <a:ext cx="2695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「就」在动词前面——昨天练过一次了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94647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黑板上那个「电影院」是新词，是今天的。它在哪儿你已经会说了，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怎么去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还不会——这就是今天。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describe a journey that has two parts.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2305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电影院 and 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2305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能说「电影院」和「船」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557563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join two stages of a journey with 先……，然后……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55756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会用「先……，然后……」把两段路连起来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64787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how someone gets somewhere with 从……怎么去……？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6478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会问「从你家怎么去电影院？」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dianyingy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56123" y="3866852"/>
            <a:ext cx="14438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diànyǐngyuàn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33649" y="4285952"/>
            <a:ext cx="3937510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电影院（電影院）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935039" y="4931122"/>
            <a:ext cx="670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cinema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LHO6BoqOp1/img/ch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5242" y="3866852"/>
            <a:ext cx="6585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chuán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72488" y="5070723"/>
            <a:ext cx="9291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boat; ship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cinema near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去学校。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go to school by boat.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离我家很远，要坐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cinema is far from my home; you have to go by boat.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问：你家附近有没有电影院？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离我家很远，要坐 ________ 去。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两句，一近一远，中间用「可是」，还要说时间：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超市离我家很近，走路三分钟就到了，可是电影院挺远的，要坐船去。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59473" y="1526828"/>
            <a:ext cx="3473053" cy="4131320"/>
          </a:xfrm>
          <a:prstGeom prst="roundRect">
            <a:avLst>
              <a:gd name="adj" fmla="val 329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ranh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25120" y="3936653"/>
            <a:ext cx="7565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ránhòu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48349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然后（然後）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400824" y="5000923"/>
            <a:ext cx="14180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then; after that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我先走路，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坐五路公共汽车。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I walk, then I take the number 5 bus.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坐火车去电影院。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the boat, then the train to the cinema.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我先坐公共汽车，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走路十分钟就到了。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the bus, then ten minutes on foot and I'm there.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问：「先」在前，「然后」在后——两个都在动词前面。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 ________ ，然后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三段路，不是两段——中间加一个「再」：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我先走路，然后坐船，再坐五路公共汽车。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写完了，再把这条路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倒过来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说一遍：从电影院回家。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302418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684562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302418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684562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302418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问路线，答两段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 A 怎么去 B？　→　我先……，然后……。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63247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从我家怎么去学校？ —— 我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坐校车。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632479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legs — the standard answer.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82290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从你们家怎么去电影院？ —— 我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坐船，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再坐五路公共汽车。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82290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Text 2, p.148. Note the extra 再 before the second verb.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8731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从学校怎么去超市？　—— 走路五分钟就到了。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8731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answer doesn't have to have two legs. Did you notice?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第三句是故意的：问句问的是「怎么去」，不是「有几段」。一段路就说一段。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最常见的错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892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「先……，然后……」最常见的两个错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6212"/>
            <a:ext cx="3597027" cy="1085850"/>
          </a:xfrm>
          <a:prstGeom prst="roundRect">
            <a:avLst>
              <a:gd name="adj" fmla="val 5848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430512"/>
            <a:ext cx="325454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我坐船先，坐公共汽车然后。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1778" y="2316212"/>
            <a:ext cx="3597027" cy="1085850"/>
          </a:xfrm>
          <a:prstGeom prst="roundRect">
            <a:avLst>
              <a:gd name="adj" fmla="val 5848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4929" y="2430512"/>
            <a:ext cx="325454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坐船，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坐公共汽车。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8155" y="2630537"/>
            <a:ext cx="30643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「先」「然后」都在动词前面——跟昨天的「就」一样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681264"/>
            <a:ext cx="4038154" cy="1085850"/>
          </a:xfrm>
          <a:prstGeom prst="roundRect">
            <a:avLst>
              <a:gd name="adj" fmla="val 5848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795564"/>
            <a:ext cx="370449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我先坐船，然后我坐公共汽车。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42905" y="3681264"/>
            <a:ext cx="3778597" cy="1085850"/>
          </a:xfrm>
          <a:prstGeom prst="roundRect">
            <a:avLst>
              <a:gd name="adj" fmla="val 5848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46055" y="3795564"/>
            <a:ext cx="343974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我先坐船，然后坐公共汽车。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00852" y="3995589"/>
            <a:ext cx="2429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主语说过一次就够了，第二个「我」多余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两段路，加车号，加昨天的「就」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从学校怎么去火车站？　—— 我先坐十路公共汽车，然后走路十分钟就到了。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do you get from school to the train station? — First the number 10 bus, then ten minutes on foot and you're there.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昨天的「就」在这儿回来了。新句型装旧词，才叫会用。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42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CD 74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638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前四行 · 课本 P.148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63911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258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925836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你们家附近有电影院吗？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751237"/>
            <a:ext cx="8161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576638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从你们家怎么去电影院？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2401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4020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402038"/>
            <a:ext cx="4352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我先坐船，然后再坐五路公共汽车。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5090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 CD 74，齐读，然后两人一组读两遍，换角色。后面「要坐多长时间？」那几行今天先盖住——下节课的。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「先」和「然后」哪个在前面？跟我一起说。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先……，然后……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3555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First I walk, then I take the bus.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355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小白板：我先走路，然后坐公共汽车。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624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怎么去电影院？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先跟同桌说，三十秒。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624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然后老师点两个人说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改一改：我坐船先，然后坐火车。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哪个词放错了？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3398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25069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099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11462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dianyingy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2547938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50516" y="3690789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电影院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2411462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LHO6BoqOp1/img/ch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2547938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86450" y="3690789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2411462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LHO6BoqOp1/img/ranho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2547938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36907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45447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这一页整节课都留在屏幕上——三个游戏都看它。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3398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25069" y="166688"/>
            <a:ext cx="16501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游戏一 · 第零轮 · 2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第零轮 · 课本 P.150 第十一题 · 坐着做</a:t>
            </a:r>
            <a:endParaRPr lang="en-US" sz="1100" dirty="0"/>
          </a:p>
        </p:txBody>
      </p:sp>
      <p:pic>
        <p:nvPicPr>
          <p:cNvPr id="9" name="Image 0" descr="/var/folders/6c/210dcgxn4gz5sm71vld2cy1h0000gn/T/tmp.LHO6BoqOp1/img/ranh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78546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屏幕上六张图，是一家人各自怎么出门。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313089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老师指一张，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全班齐声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用「先……，然后……」说出来。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47632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六张说完，课本这一题就做完了——它同时也是等一下接力赛的样板。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94870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爸爸先走路，然后坐火车。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3398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25069" y="166688"/>
            <a:ext cx="1643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游戏一 · 接力赛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2785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游戏一 · 路线接力赛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27882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87553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分两队，黑板分两栏。每队一叠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交通卡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、一叠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地点卡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，都扣着。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22096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一个人上来抽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两张交通卡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一张地点卡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，跑到黑板写完整一句，跑回来拍下一个人。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5663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写错了？下一个人要先改对，才能写自己那一句。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91182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每队六个人，先写完而且全对的那一栏赢。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38420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我先坐船，然后坐公共汽车去电影院。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20960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40635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66978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强的同学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排最后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，抽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三张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交通卡——句子要用「先……，然后……，再……」，还要说出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为什么这么排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：因为坐船太慢了。写完还要当对方那一栏的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裁判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，判错要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说出错在哪儿。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30430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76811" y="166688"/>
            <a:ext cx="14835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游戏二 · 传声筒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3262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游戏二 · 传声筒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32645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88029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六个人一排。老师悄悄告诉每排第一个人一句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两段路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的话。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22572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一个一个往下传，只能小声说，不能写。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57115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最后一个人写在小白板上举起来。跟原句最像的那一排赢。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91658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三轮，三句不同的话，每句都有「然后」加一个今天的词。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38896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我先坐船，然后坐十路公共汽车去电影院。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214366"/>
            <a:ext cx="10972800" cy="1236464"/>
          </a:xfrm>
          <a:prstGeom prst="roundRect">
            <a:avLst>
              <a:gd name="adj" fmla="val 513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41111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66501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第四轮：赢的那一排最后一个人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自己编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一句来传——里面必须有「先……，然后……」、一个车号、一个地点，而且别人质疑的时候他要能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写对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3398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25069" y="166688"/>
            <a:ext cx="14978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游戏三 · 接龙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51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游戏三 · 全班站成一圈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54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17557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2175570"/>
            <a:ext cx="42068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第一个人问第二个人：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从学校怎么去电影院？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510730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地点自己挑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964656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3075682"/>
            <a:ext cx="75724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第二个人用「先……，然后……」回答，然后转向第三个人，换一个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新的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地点问。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3410843"/>
            <a:ext cx="75724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地点不能重复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864769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9757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975795"/>
            <a:ext cx="46276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地点重复、停超过五秒、漏掉「然后」——坐下。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4310955"/>
            <a:ext cx="4627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最后站着的三个人赢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79018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屏幕上的总览页不要关——卡住的时候看一眼就想起来了。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3398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25069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游戏三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0312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游戏三 · 加难 · 你站到圈外面去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3153"/>
            <a:ext cx="10972800" cy="1877020"/>
          </a:xfrm>
          <a:prstGeom prst="roundRect">
            <a:avLst>
              <a:gd name="adj" fmla="val 608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8508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剩下的强的同学退出圈子，改当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提问的人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，从外面问。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962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问法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不能重复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——同一个句型只能用一次。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54166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觉得别人答得太短，要当场追加一个中文问题。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8870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（「那要坐多长时间？」还不能用——那是下节课的。「你为什么不走路？」可以。）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30430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 ·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76811" y="166688"/>
            <a:ext cx="6825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74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课本笔顺 · 练习册 PP.167–168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7512"/>
            <a:ext cx="10972800" cy="971550"/>
          </a:xfrm>
          <a:prstGeom prst="roundRect">
            <a:avLst>
              <a:gd name="adj" fmla="val 653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1411337"/>
            <a:ext cx="67355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院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1635175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1635175"/>
            <a:ext cx="34975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左边是「阝」——跟第一课的「附」一样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15732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15732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1573262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347913"/>
            <a:ext cx="10972800" cy="971550"/>
          </a:xfrm>
          <a:prstGeom prst="roundRect">
            <a:avLst>
              <a:gd name="adj" fmla="val 653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2471738"/>
            <a:ext cx="67355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2695575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2695575"/>
            <a:ext cx="320611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舟字旁，右边先写「几」，再写「口」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26336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26336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26336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3408313"/>
            <a:ext cx="10972800" cy="971550"/>
          </a:xfrm>
          <a:prstGeom prst="roundRect">
            <a:avLst>
              <a:gd name="adj" fmla="val 653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7725" y="3532138"/>
            <a:ext cx="67355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736675" y="3755975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01826" y="3755975"/>
            <a:ext cx="25260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上面「月」「犬」，下面四点底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66424" y="36940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55325" y="36940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44225" y="36940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4468713"/>
            <a:ext cx="10972800" cy="971550"/>
          </a:xfrm>
          <a:prstGeom prst="roundRect">
            <a:avLst>
              <a:gd name="adj" fmla="val 653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7725" y="4592538"/>
            <a:ext cx="67355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1736675" y="4816376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701826" y="4816376"/>
            <a:ext cx="13601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先写撇，再写横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66424" y="47544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55325" y="47544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44225" y="475446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556721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每个字写三遍。「然」的四点底是四笔，不是一笔。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2795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86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回头看今天的三个目标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8708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7063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70633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能说「电影院」和「船」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305794"/>
            <a:ext cx="23138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96344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5826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58269"/>
            <a:ext cx="443026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会用「先……，然后……」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93430"/>
            <a:ext cx="443026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 —— 请一个今天还没说过话的同学举例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3980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4590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45905"/>
            <a:ext cx="2734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会问「从……怎么去……？」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1066"/>
            <a:ext cx="27344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461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游戏玩得热闹，不代表学会了。这三条一条一条问。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6088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0683" y="166688"/>
            <a:ext cx="12056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68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回答一句，交上来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6912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90763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从你家怎么去电影院？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8478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one sentence, with 先……，然后……。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8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下节课：今天 B 没被问到的那一句——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要坐多长时间？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74629"/>
            <a:ext cx="10972800" cy="941933"/>
          </a:xfrm>
          <a:prstGeom prst="roundRect">
            <a:avLst>
              <a:gd name="adj" fmla="val 6741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71380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2528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写完了？火车站那一条路也写一句。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2026-09-15T23:15:51Z</dcterms:created>
  <dcterms:modified xsi:type="dcterms:W3CDTF">2026-09-15T23:15:51Z</dcterms:modified>
</cp:coreProperties>
</file>