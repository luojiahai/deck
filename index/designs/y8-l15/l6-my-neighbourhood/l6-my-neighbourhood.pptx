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0866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58714" y="166688"/>
            <a:ext cx="9674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第十五课 · 社区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P.145–146, P.151, P.153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我们的社区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My Whole Neighbourhood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15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6593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课本 p.145 第四题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1291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站起来，两人一组，八个问题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12937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185863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03127" y="1185863"/>
            <a:ext cx="147797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你家附近有什么？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3127" y="1485602"/>
            <a:ext cx="14779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用「等」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1875979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1948904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3127" y="1948904"/>
            <a:ext cx="252603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你家离学校远吗？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3127" y="2248644"/>
            <a:ext cx="25260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用「挺……的」或者「不远」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639020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2711946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03127" y="2711946"/>
            <a:ext cx="314053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你家离超市远不远？走路要多长时间？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3127" y="3011686"/>
            <a:ext cx="31405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用「离」和「大约」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402062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474988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03127" y="3474988"/>
            <a:ext cx="213741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从你家怎么去电影院？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3127" y="3774728"/>
            <a:ext cx="2137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用「先……，然后……」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165104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238030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03127" y="4238030"/>
            <a:ext cx="174879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火车站在哪儿？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03127" y="4537770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用「就在……对面」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4928146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96826" y="5001071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203127" y="5001071"/>
            <a:ext cx="332528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你家的房子有几层？你的房间里有什么？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03127" y="5300811"/>
            <a:ext cx="33252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第十三课和第十四课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9600" y="57419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问完八题换 B。老师一边走一边听两件事：「离」后面有没有东西，「就」有没有跑到动词后面去。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627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你刚才做的是什么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刚才那八个问题，就是单元测验的口语部分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而且你是</a:t>
            </a: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背着</a:t>
            </a:r>
            <a:r>
              <a:rPr lang="en-US" sz="27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做完的。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That interview is the speaking half of the unit test, and you just did it from memory.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今天先加最后四个店，然后把整个社区放到一张地图上。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694" y="176213"/>
            <a:ext cx="4267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994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describe a whole neighbourhood and tell someone how to get around it.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279457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four more shops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27945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再多说四个商店的名字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465068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describe a map using 附近、离、就、对面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4650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会用「附近」「离」「就」「对面」描述一张地图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615871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tell a visitor how to reach a place, and how long it takes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61587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会告诉别人怎么去，还要说多久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kuKuqUEQz8/img/shuiguod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09999" y="3866852"/>
            <a:ext cx="13339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shuǐguǒdiàn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349401" y="4285952"/>
            <a:ext cx="1865376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水果店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818805" y="5070723"/>
            <a:ext cx="907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fruit shop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kuKuqUEQz8/img/shud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06123" y="3866852"/>
            <a:ext cx="8607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shūdiàn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480399" y="4285952"/>
            <a:ext cx="295320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书店（書店）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8482459" y="4931122"/>
            <a:ext cx="9090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bookshop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247" y="176213"/>
            <a:ext cx="427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水果店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里有苹果和香蕉。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 are apples and bananas in the fruit shop.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我常常去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书店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买书。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often go to the bookshop to buy books.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书店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就在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水果店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bookshop is right opposite the fruit shop.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问：今天四个词的最后一个字都一样——是哪个字？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1647" y="176213"/>
            <a:ext cx="4206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就在 ________ 对面。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两句连起来：先摆位置，再说你更常去哪一个，还要说为什么。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书店就在水果店对面。因为我很喜欢看书，所以我常常去书店，可是妈妈天天去水果店买苹果。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kuKuqUEQz8/img/lifad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65834" y="3866852"/>
            <a:ext cx="8118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lǐfàdiàn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333649" y="4285952"/>
            <a:ext cx="3937510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理发店（理髮店）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2673251" y="4931122"/>
            <a:ext cx="12047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hairdresser's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kuKuqUEQz8/img/kuaicand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84071" y="3866852"/>
            <a:ext cx="13135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kuàicāndiàn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013650" y="4285952"/>
            <a:ext cx="1865376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快餐店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226623" y="5070723"/>
            <a:ext cx="14309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fast-food shop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098" y="176213"/>
            <a:ext cx="4273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理发店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在花店右面。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hairdresser's is to the right of the flower shop.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我们常常去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快餐店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often eat at the fast-food shop.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理发店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快餐店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都在马路对面。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 the hairdresser's and the fast-food shop are across the road.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问：「快餐」＝ 快 + 餐。两个字你都会了。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 ________ 和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今天四个店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全部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放进一句，用「等」收尾；再写第二句，说哪一个最远、你怎么去：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我家附近有水果店、书店、理发店、快餐店等。理发店最远，我要先走路，然后坐五路公共汽车，大约十五分钟。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9317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只认不写 · Recognition only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398" y="176213"/>
            <a:ext cx="459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8141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808387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8485" y="3148013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医院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44701" y="2808387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63585" y="3148013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公园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079950" y="2808387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98836" y="3148013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地铁站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051" y="2808387"/>
            <a:ext cx="2032099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33935" y="3148013"/>
            <a:ext cx="17943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加油站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50301" y="2808387"/>
            <a:ext cx="2031950" cy="1212652"/>
          </a:xfrm>
          <a:prstGeom prst="roundRect">
            <a:avLst>
              <a:gd name="adj" fmla="val 942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69186" y="3148013"/>
            <a:ext cx="17941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玩具店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9600" y="41734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这五个词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只认，不写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——课本 p.149 第十题的选项里有它们。一起读一遍，认得出来就够了。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79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水果店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书店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理发店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84562"/>
            <a:ext cx="2590949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2418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快餐店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读不出来就停下来重教——不要往下走。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82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今天没有新句型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今天没有新句型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今天的活儿，是把前面五课的句型</a:t>
            </a: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一起</a:t>
            </a:r>
            <a:r>
              <a:rPr lang="en-US" sz="27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用出来。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new pattern today. The job is running all of them at once.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下一页老师在黑板上一句一句搭出来，每搭一句就说出它是哪一课的。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7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五个句型，一段话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948" y="176213"/>
            <a:ext cx="4856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7402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老师在黑板上一句一句搭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940296"/>
            <a:ext cx="10972800" cy="1276350"/>
          </a:xfrm>
          <a:prstGeom prst="roundRect">
            <a:avLst>
              <a:gd name="adj" fmla="val 8955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149846"/>
            <a:ext cx="1053160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附近有…等　·　离…远／近　·　就在…对面　·　挺…的　·　先…然后…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600" y="2343596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5055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505521"/>
            <a:ext cx="46245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水果店、书店、快餐店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943671"/>
            <a:ext cx="462457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542407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7043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704332"/>
            <a:ext cx="70728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我家不远，走路五分钟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到了。书店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就在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马路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4142482"/>
            <a:ext cx="707288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第二课 + 第三课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741218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9031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903143"/>
            <a:ext cx="54406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坐船，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然后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坐公共汽车，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大约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二十分钟。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341293"/>
            <a:ext cx="544068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第四课 + 第五课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9145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搭完擦掉，只留结构的名字——全班照着名字重说一遍。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4080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水果店里卖什么？用中文说三样。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苹果、香蕉、橘子……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502215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翻译：</a:t>
            </a:r>
            <a:r>
              <a:rPr lang="en-US" sz="2100" b="1" i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The bookshop is right across the road.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50221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小白板：书店就在马路对面。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91325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我说五句，错的那一句大拇指朝下。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91325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我家离超市很近。／书店在就马路对面。／大约二十分钟。／我先走路，然后坐船。／理发店在花店右面。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54406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用「等」说一句，里面要有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四个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店。三十秒。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502" y="176213"/>
            <a:ext cx="486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1798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kuKuqUEQz8/img/shuiguod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45598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50516" y="2598837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水果店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kuKuqUEQz8/img/shud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45598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900" y="2598837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书店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kuKuqUEQz8/img/lifadi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1455986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4184" y="2598837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理发店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503563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kuKuqUEQz8/img/kuaicandi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417" y="3640038"/>
            <a:ext cx="1041350" cy="1041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50516" y="4782889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快餐店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609600" y="563686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这一页留在屏幕上——后面三个活动都看它。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039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3902" y="176213"/>
            <a:ext cx="4795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看地图，轮着说</a:t>
            </a:r>
            <a:endParaRPr lang="en-US" sz="1100" dirty="0"/>
          </a:p>
        </p:txBody>
      </p:sp>
      <p:pic>
        <p:nvPicPr>
          <p:cNvPr id="9" name="Image 0" descr="/var/folders/6c/210dcgxn4gz5sm71vld2cy1h0000gn/T/tmp.kuKuqUEQz8/img/d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44003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三人一组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，每组一张 A3 地图，屏幕上是同一张。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278546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轮流说，一人一句——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句型不能重复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130897"/>
            <a:ext cx="8031531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所以一组要凑齐：附近有……等 / 离……远近 / 就在……对面 / 挺……的 / 先……，然后……。每组至少六句。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82175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然后全班：老师指一个店，全班齐声答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那是什么店？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429413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超市离学校很近，走路三分钟就到了。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123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 · 关掉投影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12368"/>
            <a:ext cx="10972800" cy="2058591"/>
          </a:xfrm>
          <a:prstGeom prst="roundRect">
            <a:avLst>
              <a:gd name="adj" fmla="val 555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760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投影关掉，地图扣过来，三个人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凭记忆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把地图说出来。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054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一个人负责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记下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另外两个人说的。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说完再翻开地图核对，错的地方要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自己改。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92325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不对，理发店不在书店对面，在书店右面。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039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8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353" y="176213"/>
            <a:ext cx="4862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火车站的问讯处 · 课本 P.151 第十二题</a:t>
            </a:r>
            <a:endParaRPr lang="en-US" sz="1100" dirty="0"/>
          </a:p>
        </p:txBody>
      </p:sp>
      <p:pic>
        <p:nvPicPr>
          <p:cNvPr id="9" name="Image 0" descr="/var/folders/6c/210dcgxn4gz5sm71vld2cy1h0000gn/T/tmp.kuKuqUEQz8/img/zhil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21262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两人一组，用那张 A3 地图。一个坐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问讯处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，一个是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刚下车的客人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255805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客人要问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五个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地方，每个地方都要问到三件事：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290348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① 在哪儿？　② 怎么去？　③ 要多长时间？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24891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四分钟换角色。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3721298"/>
            <a:ext cx="8031531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请问，电影院在哪儿？ —— 电影院就在马路对面。</a:t>
            </a:r>
            <a:endParaRPr lang="en-US" sz="2100" dirty="0"/>
          </a:p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从这儿怎么去超市？ —— 你先走路，然后坐五路公共汽车。</a:t>
            </a:r>
            <a:endParaRPr lang="en-US" sz="2100" dirty="0"/>
          </a:p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要多长时间？ —— 大约十五分钟。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838" y="176213"/>
            <a:ext cx="5102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加难 · 客人很难伺候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客人拖着一个很重的箱子——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不能走路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客人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只有二十分钟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，火车就要开了。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客人要在开车前去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地方。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问讯处要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安排顺序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，还要说出为什么这么排。客人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看不到地图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你先去水果店，因为它很近，然后去书店，书店就在对面，大约二十分钟就够了。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25536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5 分钟 · 课本 p.153 第十六题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392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画你梦想中的城市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39268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35029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2350294"/>
            <a:ext cx="896118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两人一组，一张 A3。两分半，画至少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六个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地方，全部写汉字，其中至少四个是这六课学过的店。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826990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93801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03127" y="2938016"/>
            <a:ext cx="483801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下面写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两句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给一个要来玩的朋友：去哪儿，怎么去。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414713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35257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03127" y="3525738"/>
            <a:ext cx="652077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全部贴到墙上。九十秒大家走一圈，在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最想去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的那一张旁边打一个勾。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002435"/>
            <a:ext cx="10972800" cy="511522"/>
          </a:xfrm>
          <a:prstGeom prst="roundRect">
            <a:avLst>
              <a:gd name="adj" fmla="val 12414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411346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203127" y="4113461"/>
            <a:ext cx="35759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票最多的两组把他们写的两句念出来。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61545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画得漂亮不算分，写得清楚才算。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094" y="176213"/>
            <a:ext cx="510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加难 · 写成一封信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不写两句，写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五句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，而且要写成一封给朋友的信。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「你好」开头；「附近有……等」「离……挺远的」「先……，然后……」各至少用一次；最后推荐一个地方，还要说为什么。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这就是练习册那篇社区作文，也是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单元测验第十一部分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——现在先写一遍，而且是当众写。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最好的两封留下来，下节课贴出来。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5115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第一步 · 独体字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2526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独体字 · 课本 P.147 第九题 · 九十秒看一遍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26791"/>
            <a:ext cx="2628900" cy="1721793"/>
          </a:xfrm>
          <a:prstGeom prst="roundRect">
            <a:avLst>
              <a:gd name="adj" fmla="val 3688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0466" y="2585442"/>
            <a:ext cx="2487168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36"/>
              </a:lnSpc>
              <a:buNone/>
            </a:pPr>
            <a:r>
              <a:rPr lang="en-US" sz="4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反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0466" y="3212157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fǎn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0466" y="3491508"/>
            <a:ext cx="24871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14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reverse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0466" y="3802559"/>
            <a:ext cx="24871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第十五课 p.147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90900" y="2426791"/>
            <a:ext cx="2628900" cy="1721793"/>
          </a:xfrm>
          <a:prstGeom prst="roundRect">
            <a:avLst>
              <a:gd name="adj" fmla="val 3688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61766" y="2585442"/>
            <a:ext cx="2487168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36"/>
              </a:lnSpc>
              <a:buNone/>
            </a:pPr>
            <a:r>
              <a:rPr lang="en-US" sz="4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血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461766" y="3212157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xuè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61766" y="3491508"/>
            <a:ext cx="24871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14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blood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61766" y="3802559"/>
            <a:ext cx="24871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第十五课 p.147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426791"/>
            <a:ext cx="2628900" cy="1721793"/>
          </a:xfrm>
          <a:prstGeom prst="roundRect">
            <a:avLst>
              <a:gd name="adj" fmla="val 3688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43066" y="2585442"/>
            <a:ext cx="2487168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36"/>
              </a:lnSpc>
              <a:buNone/>
            </a:pPr>
            <a:r>
              <a:rPr lang="en-US" sz="4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习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243066" y="3212157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xí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43066" y="3491508"/>
            <a:ext cx="24871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14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43066" y="3802559"/>
            <a:ext cx="24871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第十五课 p.147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53500" y="2426791"/>
            <a:ext cx="2628900" cy="1721793"/>
          </a:xfrm>
          <a:prstGeom prst="roundRect">
            <a:avLst>
              <a:gd name="adj" fmla="val 3688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024366" y="2585442"/>
            <a:ext cx="2487168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36"/>
              </a:lnSpc>
              <a:buNone/>
            </a:pPr>
            <a:r>
              <a:rPr lang="en-US" sz="4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山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9024366" y="3212157"/>
            <a:ext cx="2487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shān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24366" y="3491508"/>
            <a:ext cx="24871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14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mountain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24366" y="3802559"/>
            <a:ext cx="24871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第十五课 p.147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600" y="4300984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这四个字课本教过，我们一直没碰。现在看九十秒——下面两轮要用，单元测验也要用。第十三课的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光 金 匕 入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、第十四课的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井 亡 乌 勺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也一起回忆一下，一共十二个。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567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第二步 · 部首抢答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796" y="176213"/>
            <a:ext cx="5112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9559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第一轮 · 写部首 · 四人一组，写在纸上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95624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每个字的部首是什么？写下来，再写它的意思。九十秒。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390775"/>
            <a:ext cx="1722983" cy="1282750"/>
          </a:xfrm>
          <a:prstGeom prst="roundRect">
            <a:avLst>
              <a:gd name="adj" fmla="val 4950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9525" y="2549426"/>
            <a:ext cx="1563133" cy="60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704850" y="3530650"/>
            <a:ext cx="1532483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9534" y="2390775"/>
            <a:ext cx="1722983" cy="1282750"/>
          </a:xfrm>
          <a:prstGeom prst="roundRect">
            <a:avLst>
              <a:gd name="adj" fmla="val 4950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39459" y="2549426"/>
            <a:ext cx="1563133" cy="60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厅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2554784" y="3530650"/>
            <a:ext cx="1532483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9467" y="2390775"/>
            <a:ext cx="1722983" cy="1282750"/>
          </a:xfrm>
          <a:prstGeom prst="roundRect">
            <a:avLst>
              <a:gd name="adj" fmla="val 4950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89392" y="2549426"/>
            <a:ext cx="1563133" cy="60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辆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4404717" y="3530650"/>
            <a:ext cx="1532483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9401" y="2390775"/>
            <a:ext cx="1722983" cy="1282750"/>
          </a:xfrm>
          <a:prstGeom prst="roundRect">
            <a:avLst>
              <a:gd name="adj" fmla="val 4950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39326" y="2549426"/>
            <a:ext cx="1563133" cy="60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6254651" y="3530650"/>
            <a:ext cx="1532483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9334" y="2390775"/>
            <a:ext cx="1722983" cy="1282750"/>
          </a:xfrm>
          <a:prstGeom prst="roundRect">
            <a:avLst>
              <a:gd name="adj" fmla="val 4950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89260" y="2549426"/>
            <a:ext cx="1563133" cy="60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超</a:t>
            </a:r>
            <a:endParaRPr lang="en-US" sz="4400" dirty="0"/>
          </a:p>
        </p:txBody>
      </p:sp>
      <p:sp>
        <p:nvSpPr>
          <p:cNvPr id="24" name="Shape 22"/>
          <p:cNvSpPr/>
          <p:nvPr/>
        </p:nvSpPr>
        <p:spPr>
          <a:xfrm>
            <a:off x="8104584" y="3530650"/>
            <a:ext cx="1532483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59268" y="2390775"/>
            <a:ext cx="1723132" cy="1282750"/>
          </a:xfrm>
          <a:prstGeom prst="roundRect">
            <a:avLst>
              <a:gd name="adj" fmla="val 4950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939192" y="2549426"/>
            <a:ext cx="1563285" cy="60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站</a:t>
            </a:r>
            <a:endParaRPr lang="en-US" sz="4400" dirty="0"/>
          </a:p>
        </p:txBody>
      </p:sp>
      <p:sp>
        <p:nvSpPr>
          <p:cNvPr id="27" name="Shape 25"/>
          <p:cNvSpPr/>
          <p:nvPr/>
        </p:nvSpPr>
        <p:spPr>
          <a:xfrm>
            <a:off x="9954518" y="3530650"/>
            <a:ext cx="1532632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600" y="3838575"/>
            <a:ext cx="10972800" cy="993725"/>
          </a:xfrm>
          <a:prstGeom prst="roundRect">
            <a:avLst>
              <a:gd name="adj" fmla="val 6390"/>
            </a:avLst>
          </a:prstGeom>
          <a:solidFill>
            <a:srgbClr val="3D5A73">
              <a:alpha val="11000"/>
            </a:srgbClr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9150" y="3971925"/>
            <a:ext cx="107647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从这里选 · CHOOSE FROM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9150" y="4222700"/>
            <a:ext cx="1076477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7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尸　厂　车　冫　走　立　口　火　氵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609600" y="495925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写对最多的一组得分。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方格里有三个是多出来的。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这六个字就是单元测验第三部分考的，而且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考试不给方格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567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第三步 · 找独体字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094" y="176213"/>
            <a:ext cx="510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6068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第二轮 · 找里面的独体字 · 同一组，继续写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60712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每个字里面藏着一个独体字，把它找出来，写下来。九十秒。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855863"/>
            <a:ext cx="1722983" cy="1282750"/>
          </a:xfrm>
          <a:prstGeom prst="roundRect">
            <a:avLst>
              <a:gd name="adj" fmla="val 4950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9525" y="3014514"/>
            <a:ext cx="1563133" cy="60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毕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704850" y="3995737"/>
            <a:ext cx="1532483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9534" y="2855863"/>
            <a:ext cx="1722983" cy="1282750"/>
          </a:xfrm>
          <a:prstGeom prst="roundRect">
            <a:avLst>
              <a:gd name="adj" fmla="val 4950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39459" y="3014514"/>
            <a:ext cx="1563133" cy="60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忘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2554784" y="3995737"/>
            <a:ext cx="1532483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9467" y="2855863"/>
            <a:ext cx="1722983" cy="1282750"/>
          </a:xfrm>
          <a:prstGeom prst="roundRect">
            <a:avLst>
              <a:gd name="adj" fmla="val 4950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89392" y="3014514"/>
            <a:ext cx="1563133" cy="60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返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4404717" y="3995737"/>
            <a:ext cx="1532483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9401" y="2855863"/>
            <a:ext cx="1722983" cy="1282750"/>
          </a:xfrm>
          <a:prstGeom prst="roundRect">
            <a:avLst>
              <a:gd name="adj" fmla="val 4950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39326" y="3014514"/>
            <a:ext cx="1563133" cy="60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蚂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6254651" y="3995737"/>
            <a:ext cx="1532483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9334" y="2855863"/>
            <a:ext cx="1722983" cy="1282750"/>
          </a:xfrm>
          <a:prstGeom prst="roundRect">
            <a:avLst>
              <a:gd name="adj" fmla="val 4950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89260" y="3014514"/>
            <a:ext cx="1563133" cy="60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仙</a:t>
            </a:r>
            <a:endParaRPr lang="en-US" sz="4400" dirty="0"/>
          </a:p>
        </p:txBody>
      </p:sp>
      <p:sp>
        <p:nvSpPr>
          <p:cNvPr id="24" name="Shape 22"/>
          <p:cNvSpPr/>
          <p:nvPr/>
        </p:nvSpPr>
        <p:spPr>
          <a:xfrm>
            <a:off x="8104584" y="3995737"/>
            <a:ext cx="1532483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59268" y="2855863"/>
            <a:ext cx="1723132" cy="1282750"/>
          </a:xfrm>
          <a:prstGeom prst="roundRect">
            <a:avLst>
              <a:gd name="adj" fmla="val 4950"/>
            </a:avLst>
          </a:prstGeom>
          <a:solidFill>
            <a:srgbClr val="E6EAEB"/>
          </a:solidFill>
          <a:ln w="19050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939192" y="3014514"/>
            <a:ext cx="1563285" cy="60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鸣</a:t>
            </a:r>
            <a:endParaRPr lang="en-US" sz="4400" dirty="0"/>
          </a:p>
        </p:txBody>
      </p:sp>
      <p:sp>
        <p:nvSpPr>
          <p:cNvPr id="27" name="Shape 25"/>
          <p:cNvSpPr/>
          <p:nvPr/>
        </p:nvSpPr>
        <p:spPr>
          <a:xfrm>
            <a:off x="9954518" y="3995737"/>
            <a:ext cx="1532632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600" y="4265563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这一轮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没有方格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，跟单元测验第四部分一样。这六个字里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有三个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，藏的是你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这个星期刚学过的字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——上一页那四个，还有第三课「马路」的第一个字。先回头看一眼，别问老师。两轮加起来分最高的一组赢。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1482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六课一起回头看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350" y="176213"/>
            <a:ext cx="511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26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1291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这六节课，你学会了什么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12937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185863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03127" y="1185863"/>
            <a:ext cx="369477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第一课　我家附近有花店、文具店、家具店等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3127" y="1485602"/>
            <a:ext cx="36947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举一个中文例子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1875979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1948904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3127" y="1948904"/>
            <a:ext cx="304990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第二课　超市离我家不远　·　挺远的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3127" y="2248644"/>
            <a:ext cx="30499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举一个中文例子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639020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2711946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03127" y="2711946"/>
            <a:ext cx="240170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第三课　火车站就在马路对面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3127" y="3011686"/>
            <a:ext cx="24017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举一个中文例子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402062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474988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03127" y="3474988"/>
            <a:ext cx="2955789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第四课　我先坐船，然后坐公共汽车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3127" y="3774728"/>
            <a:ext cx="29557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举一个中文例子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165104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238030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203127" y="4238030"/>
            <a:ext cx="375853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第五课　要坐多长时间？　—— 大约二十分钟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03127" y="4537770"/>
            <a:ext cx="37585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举一个中文例子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4928146"/>
            <a:ext cx="10972800" cy="712291"/>
          </a:xfrm>
          <a:prstGeom prst="roundRect">
            <a:avLst>
              <a:gd name="adj" fmla="val 891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96826" y="5001071"/>
            <a:ext cx="246075" cy="25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203127" y="5001071"/>
            <a:ext cx="332528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第六课　水果店、书店、理发店、快餐店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03127" y="5300811"/>
            <a:ext cx="33252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举一个中文例子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9600" y="57419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今天不是只看今天的三条——六节课一条一条过。每一条请一个同学用中文举例，说得出来才算学会。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01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 · 小白板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8750" y="176213"/>
            <a:ext cx="5052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2596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27486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kuKuqUEQz8/img/fuj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970" y="2125861"/>
            <a:ext cx="609600" cy="609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30970" y="2798862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839641" y="2027486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kuKuqUEQz8/img/l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011" y="2125861"/>
            <a:ext cx="609600" cy="609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13411" y="2798862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离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5069681" y="2027486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943451" y="2125861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7299871" y="2027486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2" descr="/var/folders/6c/210dcgxn4gz5sm71vld2cy1h0000gn/T/tmp.kuKuqUEQz8/img/ranho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241" y="2125861"/>
            <a:ext cx="609600" cy="609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21241" y="2798862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然后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9529911" y="2027486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/var/folders/6c/210dcgxn4gz5sm71vld2cy1h0000gn/T/tmp.kuKuqUEQz8/img/day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1281" y="2125861"/>
            <a:ext cx="609600" cy="609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51281" y="2798862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大约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609600" y="3503563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4" descr="/var/folders/6c/210dcgxn4gz5sm71vld2cy1h0000gn/T/tmp.kuKuqUEQz8/img/duimi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970" y="3601938"/>
            <a:ext cx="609600" cy="609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30970" y="4274939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</a:t>
            </a:r>
            <a:endParaRPr lang="en-US" sz="2400" dirty="0"/>
          </a:p>
        </p:txBody>
      </p:sp>
      <p:sp>
        <p:nvSpPr>
          <p:cNvPr id="26" name="Text 19"/>
          <p:cNvSpPr/>
          <p:nvPr/>
        </p:nvSpPr>
        <p:spPr>
          <a:xfrm>
            <a:off x="2839641" y="3503563"/>
            <a:ext cx="2052340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3713411" y="360193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挺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5069681" y="3503563"/>
            <a:ext cx="2052489" cy="1298377"/>
          </a:xfrm>
          <a:prstGeom prst="roundRect">
            <a:avLst>
              <a:gd name="adj" fmla="val 880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5" descr="/var/folders/6c/210dcgxn4gz5sm71vld2cy1h0000gn/T/tmp.kuKuqUEQz8/img/shiji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051" y="3601938"/>
            <a:ext cx="609600" cy="6096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588050" y="4274939"/>
            <a:ext cx="103606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多长时间</a:t>
            </a:r>
            <a:endParaRPr lang="en-US" sz="2000" dirty="0"/>
          </a:p>
        </p:txBody>
      </p:sp>
      <p:sp>
        <p:nvSpPr>
          <p:cNvPr id="31" name="Text 23"/>
          <p:cNvSpPr/>
          <p:nvPr/>
        </p:nvSpPr>
        <p:spPr>
          <a:xfrm>
            <a:off x="609600" y="492889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小白板：这八样，哪一样你还是 😐？写下来举起来。举得最多的那一个，就是复习要从哪儿开始。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Exit ticket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648" y="176213"/>
            <a:ext cx="511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28 / 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4783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写三句你自己的社区，交上来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47863"/>
            <a:ext cx="10972800" cy="2058591"/>
          </a:xfrm>
          <a:prstGeom prst="roundRect">
            <a:avLst>
              <a:gd name="adj" fmla="val 555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19551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第一句用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「附近有……等」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54094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第二句用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「离……远／近」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88637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第三句用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「先……，然后……」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358753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三句都写对的那几张，就是单元测验写作部分的样子——下节课带回来。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" y="4184154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38090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64433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写完了？再写第四句，用「就」。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2026-09-15T23:42:47Z</dcterms:created>
  <dcterms:modified xsi:type="dcterms:W3CDTF">2026-09-15T23:42:47Z</dcterms:modified>
</cp:coreProperties>
</file>