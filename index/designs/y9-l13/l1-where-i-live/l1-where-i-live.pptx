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792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49500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社区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6295" y="176213"/>
            <a:ext cx="375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P.122 · 课文一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我家住在哪儿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Where I Live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Book 3 · Unit 5 · Lesson 13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1616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143" y="176213"/>
            <a:ext cx="4007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0714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认字快闪 · FLASHCARDS, CHARACTERS ONLY · 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34120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1873746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饭店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1534120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1873746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自助餐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1534120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1873746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服务员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3197572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583" y="3537198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菜单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334917" y="3197572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38900" y="3537198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点菜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60234" y="3197572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64217" y="3537198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好吃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09600" y="4835575"/>
            <a:ext cx="10972800" cy="840730"/>
          </a:xfrm>
          <a:prstGeom prst="roundRect">
            <a:avLst>
              <a:gd name="adj" fmla="val 15106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3450" y="508322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白板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写一句：给全桌点两杯绿茶、一瓶可乐。（来 + 数量 + 杯／瓶）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6195"/>
            </a:avLst>
          </a:prstGeom>
          <a:solidFill>
            <a:srgbClr val="DFD9CC"/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where we live and how far it is from the places we go.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207714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where I live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20771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能说出我家住在哪儿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540546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A 离 B 远／不远／很近 to talk about distance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54054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能用「A 离 B 远／不远」说距离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46975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whether life where I live is convenient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46975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能说我住的地方生活方不方便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846" y="176213"/>
            <a:ext cx="4010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shizhongx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8178" y="3866852"/>
            <a:ext cx="14190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shì zhōngxīn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349401" y="4285952"/>
            <a:ext cx="186537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市中心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774305" y="5070723"/>
            <a:ext cx="9985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city centre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458795" y="2406253"/>
            <a:ext cx="9571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fāngbiàn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089850" y="2888754"/>
            <a:ext cx="1709928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方便</a:t>
            </a:r>
            <a:endParaRPr lang="en-US" sz="6600" dirty="0"/>
          </a:p>
        </p:txBody>
      </p:sp>
      <p:sp>
        <p:nvSpPr>
          <p:cNvPr id="17" name="Text 14"/>
          <p:cNvSpPr/>
          <p:nvPr/>
        </p:nvSpPr>
        <p:spPr>
          <a:xfrm>
            <a:off x="8431560" y="3988445"/>
            <a:ext cx="10126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convenient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143" y="176213"/>
            <a:ext cx="4007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我家住在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市中心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live in the city centre.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在我家买东西很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方便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Buying things where I live is very convenient.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我家在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市中心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，买东西很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方便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home is in the city centre, so shopping is convenient.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问：你家在市中心吗？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399" y="176213"/>
            <a:ext cx="401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我家住在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在我家 ________ 很方便。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用「因为……，所以……」写一句：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因为我家住在市中心，所以买东西很方便。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再写一件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方便的事。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799" y="176213"/>
            <a:ext cx="3949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43498" y="2406253"/>
            <a:ext cx="10614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shēnghuó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425601" y="2888754"/>
            <a:ext cx="1709928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生活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3121075" y="3988445"/>
            <a:ext cx="2911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life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/var/folders/6c/210dcgxn4gz5sm71vld2cy1h0000gn/T/tmp.YpSXl5tPiy/img/youj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33222" y="3866852"/>
            <a:ext cx="6012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yóujú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8426053" y="5070723"/>
            <a:ext cx="10240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 office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我很喜欢我的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生活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my life a lot.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就在学校旁边。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post office is right beside the school.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我家旁边有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生活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很方便。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post office beside my home, so life is convenient.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问：你家附近有邮局吗？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250" y="176213"/>
            <a:ext cx="401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我家旁边有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我的生活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写两句，要连起来：我家附近有 ________ ，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可是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 ________ ，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所以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________ 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4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7023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9721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3683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市中心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9721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3683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方便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9721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3683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生活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97212"/>
            <a:ext cx="2590949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3683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844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读不出来就回去重教——别往下走。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8550" y="176213"/>
            <a:ext cx="4340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说距离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DFD9CC"/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+ 离 + B + 很近／不远／很远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32612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我家离学校很近。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326122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home is very close to school.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40704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邮局离我家不远。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407049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post office is not far from my home.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60097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我家离市中心很远，坐车三十分钟。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60097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home is far from the city centre — thirty minutes by car.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顺序：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要量的地方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在前，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起点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在后。不是「离我家邮局不远」。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398" y="176213"/>
            <a:ext cx="459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距离 + 时间 + 原因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10770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我家离市中心不远，走路十分钟就到了，所以生活很方便。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home isn't far from the city centre — ten minutes' walk — so life here is convenient.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三段：距离 → 要走多久 → 所以怎么样。今天的四个生词用了三个。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「方便」是什么意思？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2720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会的举手，不太确定的手放平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43525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白板：写「邮局离我的学校不远」。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it in characters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41485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这句哪里错了？ 我家离很远学校。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4148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找出来，改过来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2331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你家离学校远吗？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点名两位同学，用中文回答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17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Summary 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100" y="176213"/>
            <a:ext cx="4599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940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95586"/>
            <a:ext cx="3539133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shizhongx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0066" y="1732062"/>
            <a:ext cx="838200" cy="838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45766" y="2671763"/>
            <a:ext cx="108813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市中心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326434" y="1595586"/>
            <a:ext cx="3539133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740301" y="1732062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方便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043267" y="1595586"/>
            <a:ext cx="3539133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9457134" y="1732062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生活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09600" y="3490764"/>
            <a:ext cx="3539133" cy="1717477"/>
          </a:xfrm>
          <a:prstGeom prst="roundRect">
            <a:avLst>
              <a:gd name="adj" fmla="val 7395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1" descr="/var/folders/6c/210dcgxn4gz5sm71vld2cy1h0000gn/T/tmp.YpSXl5tPiy/img/youj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066" y="3627239"/>
            <a:ext cx="838200" cy="838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23467" y="4566940"/>
            <a:ext cx="7254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609600" y="536064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这块板整个活动都留在屏幕上——写的时候可以看。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497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604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我住的地方 · 四句话，四个生词都要用上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96070"/>
            <a:ext cx="10972800" cy="1877020"/>
          </a:xfrm>
          <a:prstGeom prst="roundRect">
            <a:avLst>
              <a:gd name="adj" fmla="val 6766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14372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· 我家住在 ________ 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48915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· 我家离学校 ________ 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83458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· 我家离市中心 ________ 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18001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· 我家 ________ 有邮局／没有邮局，生活 ________ 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600" y="3950791"/>
            <a:ext cx="10972800" cy="1236464"/>
          </a:xfrm>
          <a:prstGeom prst="roundRect">
            <a:avLst>
              <a:gd name="adj" fmla="val 6163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147542"/>
            <a:ext cx="1068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401443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不写四句，写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一段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——用「因为……所以……」和「可是」连起来，最后加一句：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如果我家附近有 ________ ，生活就更方便了。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不看屏幕。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915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10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654" y="176213"/>
            <a:ext cx="4604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638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采访同伴，然后向全班报告（课本 P.124 第 2 题）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63911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2583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925836"/>
            <a:ext cx="378616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你们学校离你家远吗？你每天怎么上学？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2260997"/>
            <a:ext cx="37861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问 B，然后换过来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689622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85154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851547"/>
            <a:ext cx="35759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你家离市中心远吗？你怎么去市中心？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3363962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5258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525887"/>
            <a:ext cx="420681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你家住的地方生活方便吗？附近有什么商店？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03830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20022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200227"/>
            <a:ext cx="349758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报告：用</a:t>
            </a:r>
            <a:r>
              <a:rPr lang="en-US" sz="1600" b="1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第三人称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说同伴的答案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9327" y="4535388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他们学校离他家不远。他每天走路上学。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9600" y="50909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报告是重点——不是复述自己的答案，是说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同伴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的。取四五位。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8944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6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9054" y="176213"/>
            <a:ext cx="4538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550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句子拼图 · 六组卡片，六张桌子，拼完换桌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5093"/>
            <a:ext cx="10972800" cy="2749451"/>
          </a:xfrm>
          <a:prstGeom prst="roundRect">
            <a:avLst>
              <a:gd name="adj" fmla="val 4619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70274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这是课本练习册 p.145 第 4 题——也是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单元测验第四部分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的题型。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04817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两组用书上的原题：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39360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 住 / 我家 / 市中心 / 在 / 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273903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 很远 / 邮局 / 市政大楼 / 离 / 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08446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其余四组用今天的词自己编。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3450" y="355684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「市政大楼」下节课才学——让他们从「市」和「大楼」猜。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09600" y="4382244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7250" y="45789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7250" y="4842421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两个信封里是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两句连起来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的长句（我家离市中心不远，走路十分钟就到了），而且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多一张用不上的卡片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——要说出是哪一张、为什么。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5283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请一位同学用中文读三条 Success Criteria。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每一条举手：会了 · 差不多 · 还要练。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一张纸条，走的时候交。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我们看看家附近有什么——银行、诊所、百货公司。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出门条：写一句 —— 我家离 ____________ 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2026-10-23T03:03:15Z</dcterms:created>
  <dcterms:modified xsi:type="dcterms:W3CDTF">2026-10-23T03:03:15Z</dcterms:modified>
</cp:coreProperties>
</file>