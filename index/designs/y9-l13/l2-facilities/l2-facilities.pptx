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568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700" y="176213"/>
            <a:ext cx="3757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PP.122–123, 125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我家附近有什么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in My Neighbourhood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73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401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 · 白板，九十秒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7136"/>
            <a:ext cx="3149501" cy="657225"/>
          </a:xfrm>
          <a:prstGeom prst="roundRect">
            <a:avLst>
              <a:gd name="adj" fmla="val 11594"/>
            </a:avLst>
          </a:prstGeom>
          <a:solidFill>
            <a:srgbClr val="B332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681436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我家离学校很方便。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54252" y="2567136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2D6A4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57402" y="268143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我家离学校很近。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78303" y="2781449"/>
            <a:ext cx="158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方便说生活，不说距离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03563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B3321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邮局离不远我家。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49452" y="3503563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2D6A4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2602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邮局离我家不远。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73503" y="3717875"/>
            <a:ext cx="2066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「离 B」要先说完，再说远近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414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然后白板两题：写「我家住在市中心」· 写「邮局离我家不远」。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995" y="176213"/>
            <a:ext cx="4009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main buildings in a neighbourhood and say where each one is.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51853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four neighbourhood buildings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5185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能说出四个社区建筑：诊所、银行、百货公司、市政大楼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31089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A 就在 B 对面／旁边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能用「就在……对面／旁边」摆位置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38862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A 的左边／右边是 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能用「……的左边／右边是……」说一排建筑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zhensu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19251" y="3866852"/>
            <a:ext cx="906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zhěnsuǒ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23592" y="5070723"/>
            <a:ext cx="4901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yin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9099" y="3866852"/>
            <a:ext cx="854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yínháng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07785" y="5070723"/>
            <a:ext cx="4493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离我家很近。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clinic is very close to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works at a bank.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bank is right beside the clinic.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问：你家附近有诊所吗？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离我家很近。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银行就在 ________ 旁边。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用「因为……，所以……」写两句：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因为诊所离我家很近，所以生病的时候很方便。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352" y="176213"/>
            <a:ext cx="3954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30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baihu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484686" y="3936653"/>
            <a:ext cx="15895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bǎihuò gōngsī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98799" y="4355753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469356" y="5000923"/>
            <a:ext cx="1620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 store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30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shizhe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17532" y="3936653"/>
            <a:ext cx="16534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shìzhèng dàlóu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355753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570714" y="5000923"/>
            <a:ext cx="728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hall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我们常常去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买东西。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often go to the department store to buy things.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在市中心。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city hall is in the city centre.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city hall is right opposite the department store.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问：市政大楼在哪儿？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我们常常去 ________ 买东西。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就在 ________ 对面。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一句话，把今天四个建筑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摆进一条街：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银行的左边是诊所，右边是百货公司，市政大楼在百货公司对面。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702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97212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3683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844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「银行」念 yínháng，不是 yínxíng——这个最容易错。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7955" y="176213"/>
            <a:ext cx="4346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A · 从自己出发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+ 就在 + B + 对面／旁边／附近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4209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银行就在邮局对面。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420954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bank is right opposite the post office.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2610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诊所就在我家附近。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26106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clinic is right near my home.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46335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百货公司就在银行旁边。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463353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department store is right beside the bank.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「就」＝正好、就是那儿。去掉也对，加上才像本地人说的。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另一种说法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B · 从地标出发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+ 的左边／右边 + 是 + B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6571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邮局的左边是诊所。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65712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the post office's left is the clinic.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7442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邮局的右边是银行。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74426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the post office's right is the bank.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44126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邮局的左边是诊所，右边是银行。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44126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its left is the clinic, on its right the bank.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A 从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要找的地方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说起，句型 B 从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地标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说起。两种都要会。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一口气摆三个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7424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市政大楼在百货公司的前面，百货公司的左边是银行，右边是邮局。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city hall is in front of the department store; on the store's left is the bank and on its right the post office.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三个位置，一口气说完。「前面」下节课学——先听一听。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51809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「bank」中文怎么说？「行」念什么声调？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5180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624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白板：写「诊所就在市政大楼对面」。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624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it in characters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1485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这句哪里错了？ 银行在对面邮局。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148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地标要在「对面」前面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76573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看地图（p.125）：银行在哪儿？诊所在哪儿？百货公司在哪儿？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7657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点三位同学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1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940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95586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zhensu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066" y="1732062"/>
            <a:ext cx="838200" cy="838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23467" y="2671763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326434" y="1595586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YpSXl5tPiy/img/yin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1732062"/>
            <a:ext cx="838200" cy="838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40301" y="2671763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8043267" y="1595586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YpSXl5tPiy/img/baihu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734" y="1732062"/>
            <a:ext cx="838200" cy="838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8683" y="2671763"/>
            <a:ext cx="11915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YpSXl5tPiy/img/shizhe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66" y="3627239"/>
            <a:ext cx="838200" cy="838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95016" y="4566940"/>
            <a:ext cx="11915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endParaRPr lang="en-US" sz="2300" dirty="0"/>
          </a:p>
        </p:txBody>
      </p:sp>
      <p:sp>
        <p:nvSpPr>
          <p:cNvPr id="21" name="Text 15"/>
          <p:cNvSpPr/>
          <p:nvPr/>
        </p:nvSpPr>
        <p:spPr>
          <a:xfrm>
            <a:off x="4326434" y="3490764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YpSXl5tPiy/img/youj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3627239"/>
            <a:ext cx="838200" cy="838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40301" y="4566940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endParaRPr lang="en-US" sz="2800" dirty="0"/>
          </a:p>
        </p:txBody>
      </p:sp>
      <p:sp>
        <p:nvSpPr>
          <p:cNvPr id="24" name="Text 17"/>
          <p:cNvSpPr/>
          <p:nvPr/>
        </p:nvSpPr>
        <p:spPr>
          <a:xfrm>
            <a:off x="609600" y="536064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五个词——四个今天的，加上第一课的邮局。整个活动留在屏幕上。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059" y="176213"/>
            <a:ext cx="4610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我的一条街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先做课本 p.123 第 1 题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（两分钟）· 十四张建筑图，全班一起快速念出来。大部分是学过的：超级市场、电影院、书店、飞机场、教堂、公园、文具店、家具店、医院。卡住的圈出来，游戏时再补。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771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在白板上画一排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座建筑（上面五个词，顺序随便），再写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句话描述这排——四句要用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四个不同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的位置词：对面 · 旁边 · 的左边是 · 的右边是。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不要先画。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听同伴用中文描述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那条街，你照着画，然后两张图对一对。画错的人要用中文说出是哪一句听错了。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8607" y="176213"/>
            <a:ext cx="4543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12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看地图问答（课本 P.125 第 4 题）· 每组一张 A5 地图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130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389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A：医院在哪儿？　B：在我家后面。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4843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A：百货公司在哪儿？　B：就在银行对面。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每人至少问六个地方，然后换。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第一轮词库留在黑板上（对面 · 旁边 · 附近 · 的左边是 · 的右边是），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第二轮擦掉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394602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14278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062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不说地名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，只说位置，让 A 猜是哪一座：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它就在邮局对面，银行的左边。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A：是诊所吗？ 然后两人合作，说一条经过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三座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建筑的路线。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89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505" y="176213"/>
            <a:ext cx="460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8405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抢词卡 · 两队，每队一人上台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4078"/>
            <a:ext cx="10972800" cy="1186160"/>
          </a:xfrm>
          <a:prstGeom prst="roundRect">
            <a:avLst>
              <a:gd name="adj" fmla="val 10707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黑板上六张卡：诊所 · 银行 · 百货公司 · 市政大楼 · 邮局 · 市中心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老师说英文，先拍到正确那张的得分。每两轮换人，每个人都要上一次。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74793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394468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20811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不说词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，改说它的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位置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——「就在邮局对面的那个」——拍的人要听完整句才知道拍哪张。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1910" y="176213"/>
            <a:ext cx="4611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读三条，再问：今天哪一条最难？取两个答案。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白板上举手：会了 · 差不多 · 还要练，一条一条来。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练习册 p.148 第 9 题的第 4、5 小题，两句都要写。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学「前面」和「后面」，然后把整个社区连成一段话。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出门条：超市 ____________ 。 · 市政大楼 ____________ 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2026-10-23T03:04:07Z</dcterms:created>
  <dcterms:modified xsi:type="dcterms:W3CDTF">2026-10-23T03:04:07Z</dcterms:modified>
</cp:coreProperties>
</file>