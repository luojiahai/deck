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86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P.127 · 练习册 PP.148, 152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第二个路口往右拐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Turning &amp; Counting Intersections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100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780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白板，五题，每题写完就举起来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78062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9764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976438"/>
            <a:ext cx="186203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写：cross the road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427684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52606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526060"/>
            <a:ext cx="236845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写：walk straight ahead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977307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07568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3075682"/>
            <a:ext cx="163903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写：traffic lights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526929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62530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625304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翻译：你先过马路，然后一直往前走。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076551"/>
            <a:ext cx="10972800" cy="798612"/>
          </a:xfrm>
          <a:prstGeom prst="roundRect">
            <a:avLst>
              <a:gd name="adj" fmla="val 954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17492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174927"/>
            <a:ext cx="23138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改错：你先一直走往前。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510088"/>
            <a:ext cx="23138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顺序错了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9766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最后点名一位：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请问，去咖啡馆怎么走？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要完整的两步答案。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write directions that tell someone where to turn.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34036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往／向 + 左／右 + 拐／转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34036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能说往哪边转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427573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count intersections with 第……个路口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42757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能数路口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578436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a three-step route for someone reading a map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5784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能写一条三步以上、别人看得懂的路线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gu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34754" y="3866852"/>
            <a:ext cx="4672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guǎi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拐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81040" y="5070723"/>
            <a:ext cx="3728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YpSXl5tPiy/img/zh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11195" y="3866852"/>
            <a:ext cx="646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zhuǎn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23250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转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45289" y="5070723"/>
            <a:ext cx="3728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123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说清楚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这两个字在这一课是</a:t>
            </a: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一样</a:t>
            </a: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往右拐 ＝ 向右转 ＝ 往右转 ＝ 向右拐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four say the same thing. 拐 and 转 are interchangeable here, and so are 往 and 向.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直接讲明白。学生会花十分钟找一个这个程度上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不存在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的区别。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396" y="176213"/>
            <a:ext cx="427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你往右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拐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right.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看到红绿灯向左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转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you see the lights, turn left.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先往右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拐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，然后向左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转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turn right, then turn left.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问：往右拐和向右转，哪里不一样？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796" y="176213"/>
            <a:ext cx="4204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你往 ________ 拐。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 ________ 向左转。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同一个转弯写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四种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说法——拐／转各一次，往／向各一次——然后说出你自己真的会用哪一种。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694" y="176213"/>
            <a:ext cx="4267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74181" y="2406253"/>
            <a:ext cx="5909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xiàng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44701" y="2888754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897237" y="3988445"/>
            <a:ext cx="7479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towards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var/folders/6c/210dcgxn4gz5sm71vld2cy1h0000gn/T/tmp.YpSXl5tPiy/img/luk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32924" y="3866852"/>
            <a:ext cx="6020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lùkǒu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路口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8385870" y="5070723"/>
            <a:ext cx="11058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intersection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前走。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Please walk forward.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前面有一个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路口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an intersection ahead.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路口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右拐。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the intersection, turn right.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问：「路口」是哪两个字合起来的？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139" y="176213"/>
            <a:ext cx="484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前面有一个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到路口 ________ 右拐。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写一条有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转弯的路线，两个转弯方向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相反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，一个用「向」，一个用「往」。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6950" y="1457027"/>
            <a:ext cx="43179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35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95541" y="3866852"/>
            <a:ext cx="2046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79105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4962823" y="5070723"/>
            <a:ext cx="23113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(makes ordinal numbers)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一个路口。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the first intersection.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二个路口过马路。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 the road at the second intersection.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一个路口往右拐，走五分钟就到了。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right at the first intersection and it's five minutes.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问：「第」自己不是一个词——它把数字变成第几。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量词还要留着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：第一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路口。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在第 ________ 个路口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用「第三个路口」写一句，再用「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就在你的右手边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」收尾。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6210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947988"/>
            <a:ext cx="2052340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2323" y="3160663"/>
            <a:ext cx="18668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9641" y="2947988"/>
            <a:ext cx="2052340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32364" y="3160663"/>
            <a:ext cx="18668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69681" y="2947988"/>
            <a:ext cx="2052489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62403" y="3160663"/>
            <a:ext cx="18670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99871" y="2947988"/>
            <a:ext cx="2052340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92594" y="3160663"/>
            <a:ext cx="18668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路口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29911" y="2947988"/>
            <a:ext cx="2052489" cy="958751"/>
          </a:xfrm>
          <a:prstGeom prst="roundRect">
            <a:avLst>
              <a:gd name="adj" fmla="val 1324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22633" y="3160663"/>
            <a:ext cx="18670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40336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读完，请一位同学用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五个都用上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说一句话。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地点在前，动作在后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在第 + 数字 + 个路口 + 动作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10881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往右拐。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108813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right.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4028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在第一个路口往右拐。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40285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right at the first intersection.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你在前边的第一个路口过马路，然后往右转。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54406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 at the first intersection ahead, then turn right.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英文先说动作（turn right at…），中文先说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地点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。每次都这样。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271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你一直往前走……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3780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363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525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1525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一直往前走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160044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71529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71529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5709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1529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6291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3454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3454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第二个路口向左拐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921972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33457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133457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77638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3457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220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5382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95382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再走五分钟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09600" y="3643461"/>
            <a:ext cx="10972800" cy="831652"/>
          </a:xfrm>
          <a:prstGeom prst="roundRect">
            <a:avLst>
              <a:gd name="adj" fmla="val 9162"/>
            </a:avLst>
          </a:prstGeom>
          <a:solidFill>
            <a:srgbClr val="B3321E">
              <a:alpha val="11000"/>
            </a:srgbClr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82551" y="3840212"/>
            <a:ext cx="106354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医院就在你的右手边。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609600" y="46275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四步，两个不同的转弯动词，最后落在目的地上。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81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p.127 · 对话三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050" y="176213"/>
            <a:ext cx="479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892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对话三 · 现在「拐、转、第、路口」都会了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89312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7512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2751237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请问，附近有医院吗？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3414713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35766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3576638"/>
            <a:ext cx="81610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你在前边的第一个路口过马路，然后往右转。医院就在你的右手边。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2655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用中文回答：要在第几个路口过马路？ · 医院在左手边还是右手边？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948" y="176213"/>
            <a:ext cx="4856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57127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我说六句，是往右就往右指，是往左就往左指。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5712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往右拐 · 向左转 · 往左拐 · 向右转 · 一直往前走 · 过马路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352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白板：写「在第二个路口向左拐」。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it in characters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7807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这句有</a:t>
            </a: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两处</a:t>
            </a:r>
            <a:r>
              <a:rPr lang="en-US" sz="21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错。都找出来。 你拐右在第二路口。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7807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一处是词序，一处少了一个字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「第三个路口」怎么说？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2992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718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六个方向 · 抄进本子，然后</a:t>
            </a: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盖起来</a:t>
            </a: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写英文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98861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gu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316" y="1735336"/>
            <a:ext cx="939701" cy="9397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02916" y="2751237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往右拐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4326434" y="1598861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YpSXl5tPiy/img/zhu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50" y="1735336"/>
            <a:ext cx="939701" cy="9397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19750" y="2751237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向左转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8043267" y="1598861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YpSXl5tPiy/img/yiz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983" y="1735336"/>
            <a:ext cx="939701" cy="9397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9133" y="2751237"/>
            <a:ext cx="161914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一直往前走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YpSXl5tPiy/img/guomal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316" y="3640038"/>
            <a:ext cx="939701" cy="9397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02916" y="4655939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过马路</a:t>
            </a:r>
            <a:endParaRPr lang="en-US" sz="2500" dirty="0"/>
          </a:p>
        </p:txBody>
      </p:sp>
      <p:sp>
        <p:nvSpPr>
          <p:cNvPr id="21" name="Text 15"/>
          <p:cNvSpPr/>
          <p:nvPr/>
        </p:nvSpPr>
        <p:spPr>
          <a:xfrm>
            <a:off x="4326434" y="3503563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YpSXl5tPiy/img/d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6150" y="3640038"/>
            <a:ext cx="939701" cy="9397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43500" y="4655939"/>
            <a:ext cx="194294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在第一个路口</a:t>
            </a:r>
            <a:endParaRPr lang="en-US" sz="2500" dirty="0"/>
          </a:p>
        </p:txBody>
      </p:sp>
      <p:sp>
        <p:nvSpPr>
          <p:cNvPr id="24" name="Text 17"/>
          <p:cNvSpPr/>
          <p:nvPr/>
        </p:nvSpPr>
        <p:spPr>
          <a:xfrm>
            <a:off x="8043267" y="3503563"/>
            <a:ext cx="3539133" cy="1727002"/>
          </a:xfrm>
          <a:prstGeom prst="roundRect">
            <a:avLst>
              <a:gd name="adj" fmla="val 735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YpSXl5tPiy/img/honglvde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2983" y="3640038"/>
            <a:ext cx="939701" cy="93970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36584" y="4655939"/>
            <a:ext cx="971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</a:t>
            </a:r>
            <a:endParaRPr lang="en-US" sz="2500" dirty="0"/>
          </a:p>
        </p:txBody>
      </p:sp>
      <p:sp>
        <p:nvSpPr>
          <p:cNvPr id="27" name="Text 19"/>
          <p:cNvSpPr/>
          <p:nvPr/>
        </p:nvSpPr>
        <p:spPr>
          <a:xfrm>
            <a:off x="609600" y="53829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抄完盖住板，凭记忆在旁边写英文，再打开用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另一种颜色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自己改。然后还是盖着，自己编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第七个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——要把上面两个合起来。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延伸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987" y="176213"/>
            <a:ext cx="510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66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延伸 · 给写得快的同学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66938"/>
            <a:ext cx="10972800" cy="2749451"/>
          </a:xfrm>
          <a:prstGeom prst="roundRect">
            <a:avLst>
              <a:gd name="adj" fmla="val 4619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14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不抄。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只看英文，把六个中文直接写出来。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然后再写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三个书上没有的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 在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个路口转弯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 过了红绿灯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以后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再过马路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79630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 先往左拐，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马上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再往右拐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450" y="426868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写完和同伴换本子，互相挑错。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915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1864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写路线（练习册 P.152 第 18 题）· 每人一张 A4 地图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667"/>
            <a:ext cx="10972800" cy="2222450"/>
          </a:xfrm>
          <a:prstGeom prst="roundRect">
            <a:avLst>
              <a:gd name="adj" fmla="val 5714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96631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写在本子上，三个目的地：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1174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· 去电影院怎么走？　2 · 去书店怎么走？　3 · 去花店怎么走？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每条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至少三步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，而且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至少用一次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「第……个路口」。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0026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第一条全班一起在黑板上示范，然后自己写六分钟，老师巡堂。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34803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写完两人换本子，用手指在地图上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走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对方的路线。走到别的地方去了，就回去找是哪一句写错了。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11881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31556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5789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自己再挑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个目的地，但写成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对话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——请问，去……怎么走？加上完整回答——而且要写进一个走的人容易搞错的地方：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不要在第一个路口拐，要在第二个。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You Do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352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阅读理解（练习册 P.148 第 10 题）· </a:t>
            </a: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单元测验第九部分</a:t>
            </a: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就是这个题型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35311"/>
            <a:ext cx="10972800" cy="2597944"/>
          </a:xfrm>
          <a:prstGeom prst="roundRect">
            <a:avLst>
              <a:gd name="adj" fmla="val 4888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1859161"/>
            <a:ext cx="10479988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最近搬了家。新家比老家大，也比老家的房子新，我很喜欢。新家离地铁站很近，走三分钟就到了。但是新家的周围还不太方便：去超级市场要坐一站地铁；附近也没有邮局、诊所、饭店、银行等公共设施；去菜市场要走十到十五分钟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4285655"/>
            <a:ext cx="10972800" cy="1262360"/>
          </a:xfrm>
          <a:prstGeom prst="roundRect">
            <a:avLst>
              <a:gd name="adj" fmla="val 10060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453330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六题对错。每一题都要说出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课文里哪一句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证明它——那一句要念出来。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95493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「周围」「公共设施」是新词，不考——讲一次意思就过。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894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3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541" y="176213"/>
            <a:ext cx="5105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写字接力 · 两队排在黑板前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老师说英文，第一个人上去写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第一个字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，第二个人写第二个字，依次接下去。不能说话，不能改前面的人写的。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7715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四轮：turn right · cross the road · the second intersection · when you see the traffic lights, turn left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发令人给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整条三步路线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，整队接力写完，标点也要写。「第二个路口」漏了「个」的队，这一分不算。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945" y="176213"/>
            <a:ext cx="511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问：谁没看黑板就写出了三步的路线？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在本子上今天的日期旁边写：会了 · 差不多 · 还要练，一条一个。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一张纸条，走的时候交。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全部合起来——做一张大地图，互相问路。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出门条：写一句 —— 在第 ______ 个路口 ____________ 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2026-10-23T03:07:07Z</dcterms:created>
  <dcterms:modified xsi:type="dcterms:W3CDTF">2026-10-23T03:07:07Z</dcterms:modified>
</cp:coreProperties>
</file>