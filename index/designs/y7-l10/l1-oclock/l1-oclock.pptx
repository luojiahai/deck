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8851" y="1754684"/>
            <a:ext cx="1054001" cy="1054001"/>
          </a:xfrm>
          <a:prstGeom prst="roundRect">
            <a:avLst>
              <a:gd name="adj" fmla="val 8675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01861" y="3011835"/>
            <a:ext cx="33881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 · Y7 Unit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01861" y="3294311"/>
            <a:ext cx="3388129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20"/>
              </a:lnSpc>
              <a:buNone/>
            </a:pPr>
            <a:r>
              <a:rPr lang="en-US" sz="7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几点？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401861" y="4350841"/>
            <a:ext cx="33881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Numbers Review &amp; O'clock · 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01861" y="4941391"/>
            <a:ext cx="33881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· 50 mins · Speaking + Listening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763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O'CLOCK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1980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33959" y="166688"/>
            <a:ext cx="10289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Textbook p84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762000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Part A — 5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981075"/>
            <a:ext cx="111922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Quick Questions · 快速问答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9600" y="1460450"/>
            <a:ext cx="111922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quick answer on paper. Speed focus — 30 seconds each.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600" y="1844576"/>
            <a:ext cx="5435650" cy="536377"/>
          </a:xfrm>
          <a:prstGeom prst="roundRect">
            <a:avLst>
              <a:gd name="adj" fmla="val 142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194607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3232" y="1988939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2101" y="1946077"/>
            <a:ext cx="48967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你叫什么名字？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2101" y="2155627"/>
            <a:ext cx="48967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your Chinese name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46750" y="1844576"/>
            <a:ext cx="5435650" cy="536377"/>
          </a:xfrm>
          <a:prstGeom prst="roundRect">
            <a:avLst>
              <a:gd name="adj" fmla="val 142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99150" y="194607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81155" y="1988939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29251" y="1946077"/>
            <a:ext cx="48967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你是哪国人？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251" y="2155627"/>
            <a:ext cx="48967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美国人 / 英国人 / 澳大利亚人…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09600" y="2482453"/>
            <a:ext cx="5435650" cy="536377"/>
          </a:xfrm>
          <a:prstGeom prst="roundRect">
            <a:avLst>
              <a:gd name="adj" fmla="val 142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2000" y="258395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43707" y="2626816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92101" y="2583954"/>
            <a:ext cx="48967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你家有几口人？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2101" y="2793504"/>
            <a:ext cx="48967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number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46750" y="2482453"/>
            <a:ext cx="5435650" cy="536377"/>
          </a:xfrm>
          <a:prstGeom prst="roundRect">
            <a:avLst>
              <a:gd name="adj" fmla="val 142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99150" y="258395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80559" y="2626816"/>
            <a:ext cx="670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29251" y="2583954"/>
            <a:ext cx="48967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你的生日是几月几号？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29251" y="2793504"/>
            <a:ext cx="48967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date in digits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09600" y="3120330"/>
            <a:ext cx="5435650" cy="536377"/>
          </a:xfrm>
          <a:prstGeom prst="roundRect">
            <a:avLst>
              <a:gd name="adj" fmla="val 142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62000" y="322183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43855" y="3264694"/>
            <a:ext cx="661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92101" y="3221831"/>
            <a:ext cx="48967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你住在哪儿？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2101" y="3431381"/>
            <a:ext cx="48967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city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146750" y="3120330"/>
            <a:ext cx="5435650" cy="536377"/>
          </a:xfrm>
          <a:prstGeom prst="roundRect">
            <a:avLst>
              <a:gd name="adj" fmla="val 142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99150" y="322183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80411" y="3264694"/>
            <a:ext cx="67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29251" y="3221831"/>
            <a:ext cx="48967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你今年上几年级？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29251" y="3431381"/>
            <a:ext cx="48967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七年级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09600" y="3758208"/>
            <a:ext cx="5435650" cy="536377"/>
          </a:xfrm>
          <a:prstGeom prst="roundRect">
            <a:avLst>
              <a:gd name="adj" fmla="val 142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62000" y="385970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46237" y="3902571"/>
            <a:ext cx="613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92101" y="3859709"/>
            <a:ext cx="48967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你家的电话号码是多少？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92101" y="4069259"/>
            <a:ext cx="48967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Practise digits — any number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653213"/>
            <a:ext cx="14535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763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O'CLOCK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1980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33959" y="166688"/>
            <a:ext cx="10246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Textbook p87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9102" y="2098923"/>
            <a:ext cx="15137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Part B — 3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453170" y="2317998"/>
            <a:ext cx="3285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Math Sprint · 数学冲刺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97256" y="2797373"/>
            <a:ext cx="51974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two numbers in Chinese. Calculate and write the product. Hold it up!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14490" y="3232249"/>
            <a:ext cx="926455" cy="945952"/>
          </a:xfrm>
          <a:prstGeom prst="roundRect">
            <a:avLst>
              <a:gd name="adj" fmla="val 109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34715" y="3409950"/>
            <a:ext cx="686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 × 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34715" y="3695700"/>
            <a:ext cx="686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34715" y="3876675"/>
            <a:ext cx="6860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sān chéng sì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93345" y="3232249"/>
            <a:ext cx="926455" cy="945952"/>
          </a:xfrm>
          <a:prstGeom prst="roundRect">
            <a:avLst>
              <a:gd name="adj" fmla="val 109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13570" y="3409950"/>
            <a:ext cx="686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 × 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3570" y="3695700"/>
            <a:ext cx="686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3570" y="3876675"/>
            <a:ext cx="6860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wǔ chéng liù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72200" y="3232249"/>
            <a:ext cx="926455" cy="945952"/>
          </a:xfrm>
          <a:prstGeom prst="roundRect">
            <a:avLst>
              <a:gd name="adj" fmla="val 109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92425" y="3409950"/>
            <a:ext cx="686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二 × 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92425" y="3695700"/>
            <a:ext cx="686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十八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2425" y="3876675"/>
            <a:ext cx="6860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èr chéng jiǔ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51055" y="3232249"/>
            <a:ext cx="926455" cy="945952"/>
          </a:xfrm>
          <a:prstGeom prst="roundRect">
            <a:avLst>
              <a:gd name="adj" fmla="val 109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71280" y="3409950"/>
            <a:ext cx="686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七 × 七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71280" y="3695700"/>
            <a:ext cx="686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四十九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71280" y="3876675"/>
            <a:ext cx="6860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qī chéng qī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462189" y="4571702"/>
            <a:ext cx="52676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Numbers mastered? Now use them to tell the time — starting with o'clock.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763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O'CLOCK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1980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33959" y="166688"/>
            <a:ext cx="7972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762000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10–12 min · Display on projector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981075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01" y="1663601"/>
            <a:ext cx="10769798" cy="714375"/>
          </a:xfrm>
          <a:prstGeom prst="rect">
            <a:avLst/>
          </a:prstGeom>
          <a:solidFill>
            <a:srgbClr val="C8943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0151" y="1663601"/>
            <a:ext cx="0" cy="714375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351" y="1816001"/>
            <a:ext cx="10531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952351" y="1977926"/>
            <a:ext cx="105319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say o'clock times in Chinese.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1101" y="2631877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8583" y="2680990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3852" y="2647652"/>
            <a:ext cx="37809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recognise and say numbers 1–12 in Chinese.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15901" y="2898428"/>
            <a:ext cx="10674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认识中文数字 1–12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1101" y="3161854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9356" y="3210967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3852" y="3177629"/>
            <a:ext cx="24373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o'clock times using 点.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15901" y="3428405"/>
            <a:ext cx="10674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用「点」说整点时间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1101" y="3691830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9207" y="3740944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3852" y="3707606"/>
            <a:ext cx="45829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tell the difference between 两 and 二 when telling time.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5901" y="3958382"/>
            <a:ext cx="10674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区分「两」和「二」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763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O'CLOCK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1980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33959" y="166688"/>
            <a:ext cx="997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2249537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12–20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2468612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新词汇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01" y="3100388"/>
            <a:ext cx="10769798" cy="1257151"/>
          </a:xfrm>
          <a:prstGeom prst="roundRect">
            <a:avLst>
              <a:gd name="adj" fmla="val 10102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85701" y="3373338"/>
            <a:ext cx="725475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2101751" y="3400276"/>
            <a:ext cx="15660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diǎn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1751" y="3686026"/>
            <a:ext cx="15660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o'clock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1751" y="3895576"/>
            <a:ext cx="15660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 strokes · radical: 灬 (huǒ)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1101" y="4560689"/>
            <a:ext cx="10985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character 点 literally means "dot" or "point". When telling time, it marks the exact hour — just like "o'clock" in English.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763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O'CLOCK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1980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33959" y="166688"/>
            <a:ext cx="8063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Pattern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705273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12–20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898898"/>
            <a:ext cx="1139962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Key Pattern · 关键句型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7950" y="2314724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Number + 点 = O'clock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36418" y="2762399"/>
            <a:ext cx="552152" cy="555427"/>
          </a:xfrm>
          <a:prstGeom prst="roundRect">
            <a:avLst>
              <a:gd name="adj" fmla="val 18401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33168" y="2882950"/>
            <a:ext cx="16182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90071" y="2882950"/>
            <a:ext cx="1487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37423" y="2762399"/>
            <a:ext cx="625078" cy="555427"/>
          </a:xfrm>
          <a:prstGeom prst="roundRect">
            <a:avLst>
              <a:gd name="adj" fmla="val 18292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34174" y="2882950"/>
            <a:ext cx="23620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64002" y="2882950"/>
            <a:ext cx="1442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6889" y="2762399"/>
            <a:ext cx="1448544" cy="555427"/>
          </a:xfrm>
          <a:prstGeom prst="roundRect">
            <a:avLst>
              <a:gd name="adj" fmla="val 18292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03640" y="2882950"/>
            <a:ext cx="107614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o'clock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7950" y="3629025"/>
            <a:ext cx="2698700" cy="866775"/>
          </a:xfrm>
          <a:prstGeom prst="roundRect">
            <a:avLst>
              <a:gd name="adj" fmla="val 1172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4494" y="3781425"/>
            <a:ext cx="254561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84494" y="4133850"/>
            <a:ext cx="2545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3601" y="3629025"/>
            <a:ext cx="2698849" cy="866775"/>
          </a:xfrm>
          <a:prstGeom prst="roundRect">
            <a:avLst>
              <a:gd name="adj" fmla="val 1172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10143" y="3781425"/>
            <a:ext cx="25457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10143" y="4133850"/>
            <a:ext cx="25457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59401" y="3629025"/>
            <a:ext cx="2698849" cy="866775"/>
          </a:xfrm>
          <a:prstGeom prst="roundRect">
            <a:avLst>
              <a:gd name="adj" fmla="val 1172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35943" y="3781425"/>
            <a:ext cx="25457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35943" y="4133850"/>
            <a:ext cx="25457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85200" y="3629025"/>
            <a:ext cx="2698849" cy="866775"/>
          </a:xfrm>
          <a:prstGeom prst="roundRect">
            <a:avLst>
              <a:gd name="adj" fmla="val 1172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061743" y="3781425"/>
            <a:ext cx="25457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061743" y="4133850"/>
            <a:ext cx="25457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950" y="4673501"/>
            <a:ext cx="11176099" cy="631627"/>
          </a:xfrm>
          <a:prstGeom prst="roundRect">
            <a:avLst>
              <a:gd name="adj" fmla="val 12064"/>
            </a:avLst>
          </a:prstGeom>
          <a:solidFill>
            <a:srgbClr val="D4756B">
              <a:alpha val="10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04701" y="4813102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⚠️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63377" y="4794052"/>
            <a:ext cx="20993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2:00 = 两点 NOT 二点!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63377" y="5041702"/>
            <a:ext cx="20993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Before 点, use 两 (liǎng) instead of 二 (èr)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763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O'CLOCK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1980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33959" y="166688"/>
            <a:ext cx="13923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448098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12–20 min · CFU Checkpoints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641723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1101" y="2235398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5754" y="2362349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0552" y="2452836"/>
            <a:ext cx="93678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「一点」is 1 o'clock — 1 finger = yes, 2 fingers = no.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18256" y="2452836"/>
            <a:ext cx="6849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1 finger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1101" y="3006775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5754" y="3133725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0552" y="3224213"/>
            <a:ext cx="81127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「二点」is correct — 1 finger = yes, 2 fingers = no.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63135" y="3224213"/>
            <a:ext cx="19400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 2 fingers — must use 两点!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1101" y="3778151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5754" y="3905101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0552" y="3995589"/>
            <a:ext cx="93678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「三点」的拼音是 sān diǎn — fingers?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18256" y="3995589"/>
            <a:ext cx="6849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1 finger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1101" y="4549527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85754" y="4676477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20552" y="4766965"/>
            <a:ext cx="97971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says「九点」. Write the DIGIT on paper, hold it up.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47559" y="4781252"/>
            <a:ext cx="2556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1101" y="5371654"/>
            <a:ext cx="1441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☝️ 1 finger = Yes / Agree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77070" y="5371654"/>
            <a:ext cx="16428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✌️ 2 fingers = No / Disagree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763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O'CLOCK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1980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33959" y="166688"/>
            <a:ext cx="12343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Choral Clock Flash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6301" y="2259211"/>
            <a:ext cx="116069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8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6301" y="2452836"/>
            <a:ext cx="116069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Choral Clock Flash · 钟表闪卡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6301" y="2830562"/>
            <a:ext cx="116069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 class chorally says the time. Start slow, speed up!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6301" y="3144887"/>
            <a:ext cx="2768650" cy="501551"/>
          </a:xfrm>
          <a:prstGeom prst="roundRect">
            <a:avLst>
              <a:gd name="adj" fmla="val 2025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8104" y="3271838"/>
            <a:ext cx="256504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76451" y="3144887"/>
            <a:ext cx="2768798" cy="501551"/>
          </a:xfrm>
          <a:prstGeom prst="roundRect">
            <a:avLst>
              <a:gd name="adj" fmla="val 2025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78253" y="3271838"/>
            <a:ext cx="25651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46750" y="3144887"/>
            <a:ext cx="2768650" cy="501551"/>
          </a:xfrm>
          <a:prstGeom prst="roundRect">
            <a:avLst>
              <a:gd name="adj" fmla="val 2025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48553" y="3271838"/>
            <a:ext cx="256504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16901" y="3144887"/>
            <a:ext cx="2768798" cy="501551"/>
          </a:xfrm>
          <a:prstGeom prst="roundRect">
            <a:avLst>
              <a:gd name="adj" fmla="val 2025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18702" y="3271838"/>
            <a:ext cx="25651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6301" y="3747939"/>
            <a:ext cx="2768650" cy="558701"/>
          </a:xfrm>
          <a:prstGeom prst="roundRect">
            <a:avLst>
              <a:gd name="adj" fmla="val 1818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8104" y="3874889"/>
            <a:ext cx="256504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76451" y="3747939"/>
            <a:ext cx="2768798" cy="558701"/>
          </a:xfrm>
          <a:prstGeom prst="roundRect">
            <a:avLst>
              <a:gd name="adj" fmla="val 1818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78253" y="3874889"/>
            <a:ext cx="25651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46750" y="3747939"/>
            <a:ext cx="2768650" cy="558701"/>
          </a:xfrm>
          <a:prstGeom prst="roundRect">
            <a:avLst>
              <a:gd name="adj" fmla="val 18185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67984" y="3893939"/>
            <a:ext cx="25261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 ⚠️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16901" y="3747939"/>
            <a:ext cx="2768798" cy="558701"/>
          </a:xfrm>
          <a:prstGeom prst="roundRect">
            <a:avLst>
              <a:gd name="adj" fmla="val 1818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118702" y="3874889"/>
            <a:ext cx="25651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06301" y="4459039"/>
            <a:ext cx="3072854" cy="292001"/>
          </a:xfrm>
          <a:prstGeom prst="roundRect">
            <a:avLst>
              <a:gd name="adj" fmla="val 4344951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3251" y="4509790"/>
            <a:ext cx="28753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📢 Choral response — everyone speaks every time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82305" y="4459039"/>
            <a:ext cx="2671465" cy="292001"/>
          </a:xfrm>
          <a:prstGeom prst="roundRect">
            <a:avLst>
              <a:gd name="adj" fmla="val 4344951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09256" y="4509790"/>
            <a:ext cx="24659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🔤 Scaffold: Number + 点 formula on board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56921" y="4459039"/>
            <a:ext cx="1900535" cy="292001"/>
          </a:xfrm>
          <a:prstGeom prst="roundRect">
            <a:avLst>
              <a:gd name="adj" fmla="val 4344951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683871" y="4509790"/>
            <a:ext cx="16795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🚀 Extension: add 早上 / 下午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763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O'CLOCK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1980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33959" y="166688"/>
            <a:ext cx="14567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Clock Hands Challenge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357610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8 min — Textbook p85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1551236"/>
            <a:ext cx="1119225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Clock Hands Challenge · 画钟表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1928961"/>
            <a:ext cx="11192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Draw the clock hands on your A4 paper. Hold it up!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6768" y="2268587"/>
            <a:ext cx="53889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🎧 Listen &amp; Draw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6768" y="2624138"/>
            <a:ext cx="538891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6768" y="3179713"/>
            <a:ext cx="53889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97200" y="3487638"/>
            <a:ext cx="1308050" cy="1308050"/>
          </a:xfrm>
          <a:prstGeom prst="roundRect">
            <a:avLst>
              <a:gd name="adj" fmla="val 69906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6768" y="4897189"/>
            <a:ext cx="53889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the time → students DRAW the hands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46318" y="2268587"/>
            <a:ext cx="53889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👀 See &amp; Write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86750" y="2624138"/>
            <a:ext cx="1308050" cy="1308050"/>
          </a:xfrm>
          <a:prstGeom prst="roundRect">
            <a:avLst>
              <a:gd name="adj" fmla="val 69906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46318" y="4033689"/>
            <a:ext cx="53889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clock → students WRITE the Chinese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69593" y="5319266"/>
            <a:ext cx="1846957" cy="333375"/>
          </a:xfrm>
          <a:prstGeom prst="roundRect">
            <a:avLst>
              <a:gd name="adj" fmla="val 38057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21993" y="539710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90602" y="5424041"/>
            <a:ext cx="411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575893" y="5395466"/>
            <a:ext cx="13140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to the teacher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21350" y="5319266"/>
            <a:ext cx="2190304" cy="333375"/>
          </a:xfrm>
          <a:prstGeom prst="roundRect">
            <a:avLst>
              <a:gd name="adj" fmla="val 38057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73750" y="539710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34323" y="5424041"/>
            <a:ext cx="57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727650" y="5395466"/>
            <a:ext cx="16642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Draw or write on A4 paper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16453" y="5319266"/>
            <a:ext cx="1205805" cy="333375"/>
          </a:xfrm>
          <a:prstGeom prst="roundRect">
            <a:avLst>
              <a:gd name="adj" fmla="val 38057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968853" y="539710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029129" y="5424041"/>
            <a:ext cx="58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222754" y="5395466"/>
            <a:ext cx="6600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it up!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763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O'CLOCK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1980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33959" y="166688"/>
            <a:ext cx="6441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传声筒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48329" y="1897261"/>
            <a:ext cx="895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5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51051" y="2090886"/>
            <a:ext cx="248974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Telephone · 传声筒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78933" y="2506712"/>
            <a:ext cx="42339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Whisper the time down the row. Last person writes it on the board!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89189" y="2865388"/>
            <a:ext cx="771525" cy="749201"/>
          </a:xfrm>
          <a:prstGeom prst="roundRect">
            <a:avLst>
              <a:gd name="adj" fmla="val 135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62729" y="2992338"/>
            <a:ext cx="42444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62729" y="3344763"/>
            <a:ext cx="4244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Whisper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85886" y="311616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92464" y="2865388"/>
            <a:ext cx="869454" cy="749201"/>
          </a:xfrm>
          <a:prstGeom prst="roundRect">
            <a:avLst>
              <a:gd name="adj" fmla="val 135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65025" y="2992338"/>
            <a:ext cx="52433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65025" y="3344763"/>
            <a:ext cx="5243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Pass it 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87090" y="311616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3669" y="2865388"/>
            <a:ext cx="612577" cy="749201"/>
          </a:xfrm>
          <a:prstGeom prst="roundRect">
            <a:avLst>
              <a:gd name="adj" fmla="val 165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68798" y="2992338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🏃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68798" y="3344763"/>
            <a:ext cx="262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Run!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31417" y="311616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37996" y="2865388"/>
            <a:ext cx="664815" cy="749201"/>
          </a:xfrm>
          <a:prstGeom prst="roundRect">
            <a:avLst>
              <a:gd name="adj" fmla="val 1528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12602" y="2992338"/>
            <a:ext cx="3156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12602" y="3344763"/>
            <a:ext cx="3156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Write!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06030" y="3817739"/>
            <a:ext cx="1449735" cy="952500"/>
          </a:xfrm>
          <a:prstGeom prst="roundRect">
            <a:avLst>
              <a:gd name="adj" fmla="val 106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21023" y="3970139"/>
            <a:ext cx="12197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121023" y="4093964"/>
            <a:ext cx="12197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121023" y="4408289"/>
            <a:ext cx="1219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82716" y="3817739"/>
            <a:ext cx="1449735" cy="952500"/>
          </a:xfrm>
          <a:prstGeom prst="roundRect">
            <a:avLst>
              <a:gd name="adj" fmla="val 10667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17139" y="3989189"/>
            <a:ext cx="11808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· ⚠️ 两 Trap!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717139" y="4141589"/>
            <a:ext cx="118088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717139" y="4455914"/>
            <a:ext cx="11808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2:00 — NOT 二点!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59401" y="3817739"/>
            <a:ext cx="1449735" cy="952500"/>
          </a:xfrm>
          <a:prstGeom prst="roundRect">
            <a:avLst>
              <a:gd name="adj" fmla="val 106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74393" y="3970139"/>
            <a:ext cx="12197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274393" y="4093964"/>
            <a:ext cx="12197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274393" y="4408289"/>
            <a:ext cx="1219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36086" y="3817739"/>
            <a:ext cx="1449735" cy="952500"/>
          </a:xfrm>
          <a:prstGeom prst="roundRect">
            <a:avLst>
              <a:gd name="adj" fmla="val 106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851078" y="3970139"/>
            <a:ext cx="12197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4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851078" y="4093964"/>
            <a:ext cx="12197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851078" y="4408289"/>
            <a:ext cx="1219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8:00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461052" y="4922639"/>
            <a:ext cx="1937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 First correct team wins a point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51551" y="4922639"/>
            <a:ext cx="31915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📢 After each round: everyone says the answer together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763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O'CLOCK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1980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33959" y="166688"/>
            <a:ext cx="3236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630561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824186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1101" y="2392412"/>
            <a:ext cx="109851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1101" y="2635300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0702" y="2566988"/>
            <a:ext cx="34239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recognise and say numbers 1–12 in Chinese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1101" y="2835325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0702" y="2767013"/>
            <a:ext cx="21928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o'clock times using 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1101" y="3035350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0702" y="2967038"/>
            <a:ext cx="29334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tell the difference between 两 and 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1101" y="3370213"/>
            <a:ext cx="10769798" cy="771525"/>
          </a:xfrm>
          <a:prstGeom prst="roundRect">
            <a:avLst>
              <a:gd name="adj" fmla="val 1316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4251" y="3522613"/>
            <a:ext cx="105707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Self-Assessment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251" y="3789313"/>
            <a:ext cx="105707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your paper, write the one time you feel most confident saying, and one time you still find tricky.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1101" y="4319439"/>
            <a:ext cx="10769798" cy="742950"/>
          </a:xfrm>
          <a:prstGeom prst="roundRect">
            <a:avLst>
              <a:gd name="adj" fmla="val 13675"/>
            </a:avLst>
          </a:prstGeom>
          <a:solidFill>
            <a:srgbClr val="C8943E">
              <a:alpha val="12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84052" y="4490889"/>
            <a:ext cx="24606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 Exit Ticket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84052" y="4643289"/>
            <a:ext cx="24606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2 o'clock in Chinese.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1101" y="5189339"/>
            <a:ext cx="12715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☝️ 1 finger = Achieved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86285" y="5189339"/>
            <a:ext cx="15947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✌️ 2 fingers = Getting there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78325" y="5189339"/>
            <a:ext cx="11181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✊ Fist = Need help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076" y="1836837"/>
            <a:ext cx="4781848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3705076" y="2624286"/>
            <a:ext cx="478184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Great work today!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705076" y="3065562"/>
            <a:ext cx="47818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now say o'clock times in Chinese. Remember: 两点 not 二点!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51957" y="3503712"/>
            <a:ext cx="4688086" cy="1139577"/>
          </a:xfrm>
          <a:prstGeom prst="roundRect">
            <a:avLst>
              <a:gd name="adj" fmla="val 8916"/>
            </a:avLst>
          </a:prstGeom>
          <a:solidFill>
            <a:srgbClr val="3A7D8C">
              <a:alpha val="10000"/>
            </a:srgbClr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35403" y="3700463"/>
            <a:ext cx="41211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035403" y="3875038"/>
            <a:ext cx="412119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Minutes · 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035403" y="4265563"/>
            <a:ext cx="4121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X点Y分 — telling time with hours AND minutes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05076" y="4820989"/>
            <a:ext cx="4781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点 (diǎn) = o'clock · Next: 分 (fēn) = minutes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2026-06-28T06:26:10Z</dcterms:created>
  <dcterms:modified xsi:type="dcterms:W3CDTF">2026-06-28T06:26:10Z</dcterms:modified>
</cp:coreProperties>
</file>