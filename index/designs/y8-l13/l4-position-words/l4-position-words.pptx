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2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056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PP.124, 128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在哪儿？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Where Things Are · Position Words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58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Lessons 1–3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34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拍字 SLAP THE BOARD · 十二个词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00411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2211" y="2440037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2184" y="2100411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94793" y="2440037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34917" y="2100411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57527" y="2440037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97501" y="2100411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0110" y="2440037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60234" y="2100411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82844" y="2440037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22818" y="2100411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45427" y="2440037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洗手间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09600" y="3516213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2211" y="3855839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472184" y="3516213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94793" y="3855839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34917" y="3516213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57527" y="3855839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97501" y="3516213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20110" y="3855839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060234" y="3516213"/>
            <a:ext cx="1659434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82844" y="3855839"/>
            <a:ext cx="14142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922818" y="3516213"/>
            <a:ext cx="1659582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45427" y="3855839"/>
            <a:ext cx="14143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09600" y="48812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两个同学上来拍字。老师不说单词——说整句话，要从句子里听出那个词。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325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92523" y="166688"/>
            <a:ext cx="825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小白板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7214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三题 · 小白板 · 写完整句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72171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48319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483197"/>
            <a:ext cx="33315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还是 在？ 楼下 ____ 客厅和餐厅。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959894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07092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3070920"/>
            <a:ext cx="312429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还是 在？ 我的卧室 ____ 楼上。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47616"/>
            <a:ext cx="10972800" cy="833438"/>
          </a:xfrm>
          <a:prstGeom prst="roundRect">
            <a:avLst>
              <a:gd name="adj" fmla="val 761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65864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658642"/>
            <a:ext cx="313157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kitchen is downstairs.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3127" y="3993803"/>
            <a:ext cx="31315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厨房在楼下。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448255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到今天为止，「在」只告诉我们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哪一层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。今天它要变精确。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702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81733" y="166688"/>
            <a:ext cx="1959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47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84821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394371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exactly where something is, using position words with 在 and 有.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4864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787997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4992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49922"/>
            <a:ext cx="304747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the six position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85083"/>
            <a:ext cx="30474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能用六个方位词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75633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3755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37558"/>
            <a:ext cx="317985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where a thing is with 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2719"/>
            <a:ext cx="31798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能用「在」说东西在哪儿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63269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519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5194"/>
            <a:ext cx="329279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is in a place with 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60355"/>
            <a:ext cx="329279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能用「有」说一个地方有什么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shang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83818" y="3866852"/>
            <a:ext cx="11833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shàngmiàn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632918" y="5070723"/>
            <a:ext cx="128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above; on top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xia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13266" y="3866852"/>
            <a:ext cx="8460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xiàmiàn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084493" y="5070723"/>
            <a:ext cx="17207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below; underneath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2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0955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85776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85776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3817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我的房间在客厅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47317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 above the living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80717"/>
            <a:ext cx="10972800" cy="1042541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80717"/>
            <a:ext cx="0" cy="1042541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3311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厨房在卧室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42258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kitchen is below the bedroom.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75658"/>
            <a:ext cx="10972800" cy="1042541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75658"/>
            <a:ext cx="0" cy="1042541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805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，厨房在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37199"/>
            <a:ext cx="10677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room is above, the kitchen is below.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451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问：你的房间在什么上面？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349" y="176213"/>
            <a:ext cx="420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上面。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下面。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两个房间都不可以是你的卧室，而且要说出各在几楼：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我家的餐厅在厨房下面，餐厅在一楼，厨房在二楼。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li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42183" y="3866852"/>
            <a:ext cx="65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lǐmiàn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93529" y="5070723"/>
            <a:ext cx="551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wai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87221" y="3866852"/>
            <a:ext cx="899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wàimiàn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590657" y="5070723"/>
            <a:ext cx="688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outside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652" y="176213"/>
            <a:ext cx="427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我在房子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I'm inside the house.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我家的车在房子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car is outside the house.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妈妈在房子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，爸爸在房子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Mum's inside, Dad's outside.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问：现在你在房子里面还是外面？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在房子里面，________ 在房子外面。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说三个人，每个人还要在做一件事：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我妈妈在厨房里面做饭，我弟弟在客厅里面看电视，我爸爸在外面。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zuo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13298" y="3866852"/>
            <a:ext cx="9191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zuǒmiàn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111847" y="5070723"/>
            <a:ext cx="3099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left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you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75613" y="3866852"/>
            <a:ext cx="9229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yòumiàn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16268" y="5070723"/>
            <a:ext cx="4318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厨房在客厅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kitchen is to the left of the living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餐厅在客厅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dining room is to the right of the living room.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是厨房，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是餐厅。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the left of the living room is the kitchen, to the right is the dining room.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问：你的左面坐着谁？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左面。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在 ________ 右面。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用一句话说你的卧室在另外两个房间中间（左面……右面……），然后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反过来再说一次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——如果 A 在 B 的左面，那 B 在 A 的哪一面？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读两遍：第一遍老师说中文，第二遍老师说英文，你们说中文。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79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课本 p.124 NOTE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408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 还是 在？ · WHICH ONE?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42393"/>
            <a:ext cx="5346650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266206"/>
            <a:ext cx="5346650" cy="0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67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4552057"/>
            <a:ext cx="5346650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12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551" y="2493169"/>
            <a:ext cx="4896764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82551" y="3216920"/>
            <a:ext cx="48967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thing → place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551" y="3597920"/>
            <a:ext cx="48967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 + 在 + 地方 + 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551" y="3934420"/>
            <a:ext cx="489676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电视在客厅里面。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35601" y="2242393"/>
            <a:ext cx="5346799" cy="2319189"/>
          </a:xfrm>
          <a:prstGeom prst="roundRect">
            <a:avLst>
              <a:gd name="adj" fmla="val 4928"/>
            </a:avLst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35601" y="2266206"/>
            <a:ext cx="5346799" cy="0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72875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5601" y="4552057"/>
            <a:ext cx="5346799" cy="0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126" y="2242393"/>
            <a:ext cx="0" cy="2319189"/>
          </a:xfrm>
          <a:prstGeom prst="line">
            <a:avLst/>
          </a:prstGeom>
          <a:noFill/>
          <a:ln w="19050">
            <a:solidFill>
              <a:srgbClr val="D5DB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552" y="2493169"/>
            <a:ext cx="4896916" cy="69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508552" y="3216920"/>
            <a:ext cx="4896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place → thing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8552" y="3597920"/>
            <a:ext cx="4896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4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 + 面 + 有 + 东西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08552" y="3934420"/>
            <a:ext cx="489691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spcBef>
                <a:spcPts val="700"/>
              </a:spcBef>
              <a:buNone/>
            </a:pPr>
            <a:r>
              <a:rPr lang="en-US" sz="2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客厅里面有电视。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9600" y="471398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这两句说的是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同一件事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。差别只在你从哪一头开始说。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055" y="176213"/>
            <a:ext cx="486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六个方位词，一个用法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东西 + 在 + 地方 + 面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8014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客厅里面。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8014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TV is in the living room.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56651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客厅里面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566519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the living room there is a TV — same facts, other end.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39920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我的书房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卧室右面。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39920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study is to the right of the bedroom.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方位词不能省。✗ 我的书在桌子 —— 要说 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桌子上面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604" y="176213"/>
            <a:ext cx="47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三个小句，中间那句用「是」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我的卧室在楼上，卧室左面是浴室，右面有一个小书房。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bedroom is upstairs; to the left of it is the bathroom; to the right there's a small study.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地方放在前面的时候，中国人常常说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「是」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，不说「在」——「卧室左面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是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浴室」。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41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4184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9256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192560"/>
            <a:ext cx="5362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我说方位词，你们指——上面……外面……左面……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127" y="1586210"/>
            <a:ext cx="5362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用手指，不要说话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27486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258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25861"/>
            <a:ext cx="3562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 还是 有？ 客厅里面 ____ 电视。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3127" y="2519511"/>
            <a:ext cx="35625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0787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5916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59162"/>
            <a:ext cx="3562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 还是 有？ 电视 ____ 客厅里面。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3127" y="3452813"/>
            <a:ext cx="35625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94088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92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92463"/>
            <a:ext cx="39038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inside？ outside？ underneath？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127" y="4386114"/>
            <a:ext cx="39038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写汉字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827389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92576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925764"/>
            <a:ext cx="37472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这句话少了什么？ ✗ 我的书在桌子。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3127" y="5319415"/>
            <a:ext cx="3747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补上那个词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7606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31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89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0460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shangm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3693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79787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上面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0460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xiam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3693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79787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下面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0460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lim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3693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79787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里面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waim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82889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外面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503563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nSlWb7DT2s/img/zuomi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250" y="3640038"/>
            <a:ext cx="1041350" cy="10413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900" y="4782889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左面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43267" y="3503563"/>
            <a:ext cx="3539133" cy="2025402"/>
          </a:xfrm>
          <a:prstGeom prst="roundRect">
            <a:avLst>
              <a:gd name="adj" fmla="val 564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var/folders/6c/210dcgxn4gz5sm71vld2cy1h0000gn/T/tmp.nSlWb7DT2s/img/youm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2084" y="3640038"/>
            <a:ext cx="1041350" cy="10413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393734" y="4782889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右面</a:t>
            </a:r>
            <a:endParaRPr lang="en-US" sz="3300" dirty="0"/>
          </a:p>
        </p:txBody>
      </p:sp>
      <p:sp>
        <p:nvSpPr>
          <p:cNvPr id="27" name="Text 19"/>
          <p:cNvSpPr/>
          <p:nvPr/>
        </p:nvSpPr>
        <p:spPr>
          <a:xfrm>
            <a:off x="609600" y="5655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这一页整节课留在屏幕上。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先动起来，再看图说话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先用真东西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书放在椅子上、椅子下、书包里、门外面。每次问：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书在哪儿？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全班一起答。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然后叫一个同学上来，老师只用中文说：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把书放在椅子下面。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五六轮，越来越快。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再看课本 p.124 第 3 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那张乱七八糟的房间图，点名一人一句。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图上的家具只认不写：沙发 · 椅子 · 书架 · 杯子 · 牙刷 · 相框 · 咖啡桌。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电视机在地上。　书在书架里面。　杯子在咖啡桌上面。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09527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图上东西超过十二样——写成一段话，不要写成清单。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427958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6247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388813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至少六句，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六个方位词一个都不能重复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，其中两句要用「还有」或者「可是」连起来。写完把眼睛闭上，同桌问你：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相框在哪儿？牙刷呢？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203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 · 课本 p.128 第 8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75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九张图，把句子补完整 · 先自己安静写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76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05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270546"/>
            <a:ext cx="197528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蔬菜在 </a:t>
            </a:r>
            <a:r>
              <a:rPr lang="en-US" sz="1400" u="sng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餐桌上面</a:t>
            </a: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570286"/>
            <a:ext cx="19752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960662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0335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2033588"/>
            <a:ext cx="180404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牛仔裤在 ________ 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2416373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6826" y="2489299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3127" y="2489299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汽车在 ________ 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600" y="2872085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6826" y="294501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03127" y="2945011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厨房在 ________ 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600" y="3327797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6826" y="340072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03127" y="3400723"/>
            <a:ext cx="198879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水彩画儿在 ________ 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600" y="3783509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385643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3856434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书房在 ________ 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9600" y="4239220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6826" y="43121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03127" y="4312146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校车在 ________ 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600" y="4694932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6826" y="476785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203127" y="4767858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杂志在 ________ 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9600" y="5150644"/>
            <a:ext cx="10972800" cy="404961"/>
          </a:xfrm>
          <a:prstGeom prst="roundRect">
            <a:avLst>
              <a:gd name="adj" fmla="val 15681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6826" y="522357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9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203127" y="5223570"/>
            <a:ext cx="161930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花园在 ________ 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9600" y="565710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写完跟同桌对一对，然后念三句出来。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36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练习册 p.151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32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P.151 第 14 题 · 句型反过来了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73312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2096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p.128 是「东西 + 在 + 地方」，这一题是「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 + 有 + 东西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5663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中间要换句型——这就是这两题放在一起做的原因。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3877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钢琴上面有 ________ 。　钢琴的下面有 ________ 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3864173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06092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2435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不看印出来的那张纸，只看投影，每一题写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——一遍用「在」，一遍用「有」（汽车在车库里面。／ 车库里面有汽车。）写完直接做 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p.151 第 15 题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，六句英译中，不给词库。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934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· p.147 第 7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499" y="176213"/>
            <a:ext cx="511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8510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P.147 第 7 题 · 反义词 · 两分钟写完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85132"/>
            <a:ext cx="10972800" cy="2113211"/>
          </a:xfrm>
          <a:prstGeom prst="roundRect">
            <a:avLst>
              <a:gd name="adj" fmla="val 540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3278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十二个，写反义词。四个跟方位有关，所以放在今天。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07821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单元测验里有一模一样的题型。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55059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 → 小　高 → ____　黑 → ____　短 → ____　这 → ____　热 → ____　买 → ____　对 → ____　左 → ____　东 → ____　北 → ____　多 → ____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老师说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老师说 SIMON SAYS · 方位词版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25242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全班站起来，指令只用中文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25242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老师说：把手放在头上面。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没有「老师说」三个字就照做的，坐下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575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把书放在桌子下面。（陷阱）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1374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越说越快，三四分钟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老师说：站在椅子右面。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3365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：最后站着的三个人轮流当老师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33656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每人说五条，方位词不能重复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不用道具——用桌上现成的东西。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1904" y="176213"/>
            <a:ext cx="512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问一句：六个词里哪个最难记？（多半是里面／外面）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小白板写 👍 / 😐 / 👎，三条一起举。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同一件事要写两遍。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我们走出大门——花园、车库，还有你家住什么样的房子。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出门条：用一个方位词写一句关于这间教室的话，然后同一件事从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开头再写一遍。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2026-09-15T01:26:20Z</dcterms:created>
  <dcterms:modified xsi:type="dcterms:W3CDTF">2026-09-15T01:26:20Z</dcterms:modified>
</cp:coreProperties>
</file>