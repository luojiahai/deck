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9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9500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房子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房子有几层？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House and Its Storeys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890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Unit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3306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五题 · 写完举起来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3309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4411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44117"/>
            <a:ext cx="1893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你每天吃几种水果？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79278"/>
            <a:ext cx="1893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要用「种」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3320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44229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44229"/>
            <a:ext cx="42962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family eats vegetables every day.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79390"/>
            <a:ext cx="42962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我们家每天吃蔬菜。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33316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4434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44342"/>
            <a:ext cx="436332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应该 还是 可是？ 妈妈说我 ____ 每天吃蔬菜。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021038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826" y="413206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203127" y="4132064"/>
            <a:ext cx="21847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用中文写：三 · 五 · 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608761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6826" y="471978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203127" y="4719786"/>
            <a:ext cx="26054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写两个：起床 · 睡觉 · 放学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" y="522178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上一个单元你用「有」加数字说吃几种水果——今天同样的句型，数房间。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how many storeys and rooms a house has, and where a room is.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50982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 parts of a house I have learnt today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5098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能说出今天学的房子的部分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16916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有 to say what a house contains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169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能用「有」说房子里有什么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353310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在 to say where a room 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3533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能用「在」说房间在哪儿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fang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32956" y="3866852"/>
            <a:ext cx="67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fángzi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91296" y="5070723"/>
            <a:ext cx="5560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house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fangj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93770" y="3866852"/>
            <a:ext cx="8857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fángjiān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92455" y="5070723"/>
            <a:ext cx="4804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room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很大。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is big.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isn't big.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有五个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five rooms.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问：你家的房子大不大？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两句连起来，用「可是」：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我家的房子很大，可是我的房间不大。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ce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03947" y="3936653"/>
            <a:ext cx="5302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céng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98799" y="4355753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层（層）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699593" y="5000923"/>
            <a:ext cx="11511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storey; layer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lo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63595" y="3936653"/>
            <a:ext cx="3354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lóu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355753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楼（樓）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7691586" y="5000923"/>
            <a:ext cx="25223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floor; multi-storey building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two storeys.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我的房间在三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 on the third floor.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这个房子有五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，我住在四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house has five storeys; I live on the fourth floor.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问：你住在几楼？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 ________ 层。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 ________ 楼。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说别人的，再比一比：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我家的房子有两层，我朋友家的房子有三层。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283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6502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66552"/>
            <a:ext cx="5308550" cy="4251871"/>
          </a:xfrm>
          <a:prstGeom prst="roundRect">
            <a:avLst>
              <a:gd name="adj" fmla="val 268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loush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57077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67310" y="3876377"/>
            <a:ext cx="10129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lóushàng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03339" y="5070723"/>
            <a:ext cx="7353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upstairs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66552"/>
            <a:ext cx="5308699" cy="4251871"/>
          </a:xfrm>
          <a:prstGeom prst="roundRect">
            <a:avLst>
              <a:gd name="adj" fmla="val 268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loux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57077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2712" y="3876377"/>
            <a:ext cx="6635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lóuxià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36918" y="5070723"/>
            <a:ext cx="10017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downstairs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 upstairs.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is downstairs.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，我妈妈在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upstairs, my mum is downstairs.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问：你的房间在楼上还是楼下？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在楼上，________ 在楼下。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三句，不看屏幕：你在哪儿、家里谁在哪儿、房子有几层。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468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有 还是 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408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还是 在？ · WHICH ONE?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42393"/>
            <a:ext cx="5346650" cy="2319189"/>
          </a:xfrm>
          <a:prstGeom prst="roundRect">
            <a:avLst>
              <a:gd name="adj" fmla="val 4928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266206"/>
            <a:ext cx="5346650" cy="0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672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4552057"/>
            <a:ext cx="5346650" cy="0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12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551" y="2493169"/>
            <a:ext cx="4896764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82551" y="3216920"/>
            <a:ext cx="48967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is / there 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551" y="3597920"/>
            <a:ext cx="48967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4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place + 有 + thing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551" y="3934420"/>
            <a:ext cx="4896764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楼上有三个房间。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35601" y="2242393"/>
            <a:ext cx="5346799" cy="2319189"/>
          </a:xfrm>
          <a:prstGeom prst="roundRect">
            <a:avLst>
              <a:gd name="adj" fmla="val 4928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35601" y="2266206"/>
            <a:ext cx="5346799" cy="0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7287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5601" y="4552057"/>
            <a:ext cx="5346799" cy="0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126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8552" y="2493169"/>
            <a:ext cx="4896916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508552" y="3216920"/>
            <a:ext cx="4896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 located 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8552" y="3597920"/>
            <a:ext cx="4896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4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thing + 在 + place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08552" y="3934420"/>
            <a:ext cx="489691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我的房间在楼上。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9600" y="471398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p.124 的 NOTE 就是这两条。两边说的是同一件事，只是从哪一头开始说。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322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说房子里有什么、在哪儿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32309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541859"/>
            <a:ext cx="10531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地方 + 有 + 东西　／　东西 + 在 + 地方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30698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4689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468910"/>
            <a:ext cx="48383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两层。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907060"/>
            <a:ext cx="483831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two storeys — saying what exists.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05795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6677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667720"/>
            <a:ext cx="41278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105870"/>
            <a:ext cx="41278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 upstairs — saying where it is.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70460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86653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866531"/>
            <a:ext cx="532606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三个房间。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304681"/>
            <a:ext cx="532606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Upstairs there are three rooms — place first, then 有.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三句连起来，一口气说完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我家的房子有三层，我的房间在三楼，我爸爸妈妈的房间在二楼。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three storeys; my room is on the third floor; my parents' room is on the second.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一个「有」，两个「在」——先说房子，再说人在哪儿。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「层」是什么意思？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懂了就举大拇指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1562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 还是 在？ 我的房间 ____ 楼上。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1562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1562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 还是 在？ 楼下 ____ 两个房间。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1562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3718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我的房间有楼上。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3718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哪里错了？怎么改？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79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fang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559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nSlWb7DT2s/img/fangj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559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nSlWb7DT2s/img/ce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559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3284" y="2598837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nSlWb7DT2s/img/lo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169616" y="4782889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nSlWb7DT2s/img/lousha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250" y="3640038"/>
            <a:ext cx="1041350" cy="10413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6900" y="47828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8043267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nSlWb7DT2s/img/louxi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2084" y="3640038"/>
            <a:ext cx="1041350" cy="10413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93734" y="47828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3300" dirty="0"/>
          </a:p>
        </p:txBody>
      </p:sp>
      <p:sp>
        <p:nvSpPr>
          <p:cNvPr id="27" name="Text 19"/>
          <p:cNvSpPr/>
          <p:nvPr/>
        </p:nvSpPr>
        <p:spPr>
          <a:xfrm>
            <a:off x="609600" y="56368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这一页留在屏幕上——活动一、活动二都看它。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画你家的房子（剖面图）</a:t>
            </a:r>
            <a:endParaRPr lang="en-US" sz="1100" dirty="0"/>
          </a:p>
        </p:txBody>
      </p:sp>
      <p:pic>
        <p:nvPicPr>
          <p:cNvPr id="9" name="Image 0" descr="/var/folders/6c/210dcgxn4gz5sm71vld2cy1h0000gn/T/tmp.nSlWb7DT2s/img/ce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先一起在黑板上画一个——两层，标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楼上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楼下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每一层写有几个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房间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，用箭头标出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我的房间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图下面写三句：一句用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，一句用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，一句说有几个房间。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房子至少要有两 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层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我家的房子有两层。楼上有三个房间。我的房间在楼上。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09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09527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写成一段话，五句连起来，不要写成三条分开的句子。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427958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6247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388813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五句要有一句用「可是」：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我家的房子很大，可是我的房间不大。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再说一个别人的房间，不只说自己的。写的时候把纸翻过来，不看总览页。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5152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有 还是 在？ 小白板，六题一轮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1546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6257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62571"/>
            <a:ext cx="20435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我的房间 ____ 楼上。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239268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35029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350294"/>
            <a:ext cx="22539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我家的房子 ____ 两层。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826990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93801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2938016"/>
            <a:ext cx="20435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楼下 ____ 三个房间。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414713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525738"/>
            <a:ext cx="141254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 ____ 楼下。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002435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134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113461"/>
            <a:ext cx="20435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这个房子 ____ 五层。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590157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70118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03127" y="4701183"/>
            <a:ext cx="24642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我妈妈的房间 ____ 二楼。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20318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写完举起来。然后把屏幕关掉，自己写三句，至少一句用「有」、一句用「在」。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881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练习册 · p.146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P.146 · 第 4 题、第 5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4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把句子补完整。第一句就是今天的句型：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5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从方格里选两个字组词。今天先写你会读的：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楼上 · 楼下 · 房间 · 起床 · 睡觉 · 上课 · 下课 · 放学 · 走路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我家的房子有两层，我的房间 ________ 。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63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p.144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065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562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1430387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1654225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1654225"/>
            <a:ext cx="2970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上面是「户」，先写点，再写横折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158755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158755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158755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357438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2481263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2705100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2705100"/>
            <a:ext cx="2574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「尸」在外面，「云」在里面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3408313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7725" y="3532138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736675" y="3755975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01826" y="3755975"/>
            <a:ext cx="3168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左边木，右边米加女——一笔一笔来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66424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553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442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4459188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7725" y="4583013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1736675" y="480685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701826" y="4806851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先写门，再写里面的日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66424" y="474017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55325" y="474017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44225" y="474017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55481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练习册上另外几个字（卧 室 浴 洗 澡 厅 厨）下两节课学到再写，今天留空。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59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SLAP THE CHARACTER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340042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两个同学上来，黑板上贴六张字卡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 · 房间 · 层 · 楼 · 楼上 · 楼下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2734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老师说中文，先拍到的得一分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2734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赢的留下，换下一个同学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：老师不说词，说整句话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2944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</a:t>
            </a: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39967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：拍到以后要用这个词说一句完整的话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3996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说不出来不算分，也不能重复别人说过的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字卡打印两套，A4 大小，用蓝丁胶贴。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一个同学念三条 success criteria，全班说英文意思。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三条目标，一条一条来：👍 / 😐 / 👎。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写在纸条上，出门交。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我们上楼，学楼上的房间——还有为什么「卧室」的量词跟「房间」不一样。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出门条：翻译——My house has three storeys. My room is upstairs.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2026-09-15T01:22:53Z</dcterms:created>
  <dcterms:modified xsi:type="dcterms:W3CDTF">2026-09-15T01:22:53Z</dcterms:modified>
</cp:coreProperties>
</file>