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30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2866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房子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P.127 · CD 64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走出大门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Outside the House · Text 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13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848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练习册 p.148 第 9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4721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先读，再回答 · 天喜家的房子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47242"/>
            <a:ext cx="10972800" cy="1828651"/>
          </a:xfrm>
          <a:prstGeom prst="roundRect">
            <a:avLst>
              <a:gd name="adj" fmla="val 6251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071092"/>
            <a:ext cx="10479988" cy="11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0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天喜家住</a:t>
            </a:r>
            <a:r>
              <a:rPr lang="en-US" sz="2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洋房</a:t>
            </a:r>
            <a:r>
              <a:rPr lang="en-US" sz="20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他家的房子很大，有两层，还有一个地下室。二楼有三间卧室：爸爸妈妈的卧室、姐姐的卧室和天喜的卧室。除了卧室，楼上还有两个浴室和爸爸的书房。一楼有一间客房、一个大厨房、一个大客厅和一个洗手间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600" y="3728293"/>
            <a:ext cx="10972800" cy="1607790"/>
          </a:xfrm>
          <a:prstGeom prst="roundRect">
            <a:avLst>
              <a:gd name="adj" fmla="val 710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3450" y="3975943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天喜家有几间卧室？ 天喜的卧室在楼上还是楼下？ 他家有书房吗？在几楼？ 厨房在几楼？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743004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地下室 = basement · 客房 = guest room（只认，不用写）。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洋房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先不说意思——看图猜，等一下就学。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小白板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7084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两题 · 写完整句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70870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781895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2781895"/>
            <a:ext cx="373227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 还是 有？ 卧室右面 ____ 一个浴室。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3258592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336961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03127" y="3369618"/>
            <a:ext cx="439216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从地方开头再说一次：我的书在桌子上面。→ 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3127" y="3704779"/>
            <a:ext cx="43921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桌子上面有我的书。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418400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天喜住的是「洋房」——今天第一个词就是它。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457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write about what kind of house we live in and what is outside it.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352384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what is outside a house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35238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能说出房子外面有什么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442358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answer 你家住什么样的房子？ in writing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4423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能写出「你家住什么样的房子？」的答案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59480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洋、园、前、后、库 with the correct stroke order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5948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能用正确笔顺写洋、园、前、后、库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yangf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67757" y="3866852"/>
            <a:ext cx="10119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yángfáng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洋房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324249" y="5070723"/>
            <a:ext cx="1916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western-style house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nSlWb7DT2s/img/huayu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81417" y="3866852"/>
            <a:ext cx="9111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huāyuán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花园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610600" y="5070723"/>
            <a:ext cx="6474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garden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洋房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live in a western-style house.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花园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have a garden.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洋房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，房子有一个大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花园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live in a western-style house with a big garden.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问：洋房跟楼房有什么不一样？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093" y="176213"/>
            <a:ext cx="4201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919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9218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16306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82981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 ________ 花园。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3998119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19487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45829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不要只说有花园——说它多大、在哪儿、里面有什么，用上节课的方位词：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我家住洋房，花园在房子外面，花园里面有很多花。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fangq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35052" y="3866852"/>
            <a:ext cx="466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qián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959001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041303" y="5070723"/>
            <a:ext cx="454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nSlWb7DT2s/img/fangho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28770" y="3866852"/>
            <a:ext cx="406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hòu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962900" y="4285952"/>
            <a:ext cx="1968755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后（後）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8708975" y="4931122"/>
            <a:ext cx="4469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52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0955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85776"/>
            <a:ext cx="10972800" cy="1042541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85776"/>
            <a:ext cx="0" cy="1042541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38176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房前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有一个花园。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47317"/>
            <a:ext cx="10677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garden in front of the house.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80717"/>
            <a:ext cx="10972800" cy="1042541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80717"/>
            <a:ext cx="0" cy="1042541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33117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房后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有一个大花园。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42258"/>
            <a:ext cx="10677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big garden behind the house.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75658"/>
            <a:ext cx="10972800" cy="1042541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75658"/>
            <a:ext cx="0" cy="1042541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2805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我家有两个花园，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房前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一个，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房后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37199"/>
            <a:ext cx="10677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have two gardens, one in front and one behind.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4515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问：「房前」跟「房子前面」一样吗？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房前有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房后有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写成一句，中间加上大小的比较，就像课文里那样：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房前的花园小，房后的花园大。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再说一句你喜欢哪一个。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54625" y="1457027"/>
            <a:ext cx="2482751" cy="4270921"/>
          </a:xfrm>
          <a:prstGeom prst="roundRect">
            <a:avLst>
              <a:gd name="adj" fmla="val 460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chek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73936" y="3866852"/>
            <a:ext cx="6568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chēkù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8640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车库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5778103" y="5070723"/>
            <a:ext cx="648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garage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52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0955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85776"/>
            <a:ext cx="10972800" cy="1042541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85776"/>
            <a:ext cx="0" cy="1042541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38176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车库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47317"/>
            <a:ext cx="10677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have a garage.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80717"/>
            <a:ext cx="10972800" cy="1042541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80717"/>
            <a:ext cx="0" cy="1042541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33117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车库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在房后。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42258"/>
            <a:ext cx="10677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garage is behind the house.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75658"/>
            <a:ext cx="10972800" cy="1042541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75658"/>
            <a:ext cx="0" cy="1042541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2805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我家有一个花园和一个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车库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车库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在房前。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37199"/>
            <a:ext cx="10677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have a garden and a garage; the garage is in front.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4515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问：你家的车停在哪儿？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3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 ________ 车库。车库在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三个小句，不给句型：住什么样的房子、花园在哪儿、车库在哪儿，连起来读像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一段话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，不是三句。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79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8141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808387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485" y="3148013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洋房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44701" y="2808387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63585" y="3148013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花园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79950" y="2808387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98836" y="3148013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051" y="2808387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33935" y="3148013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50301" y="2808387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69186" y="3148013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车库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9600" y="41734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一起读两遍。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问、答住什么样的房子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你家住什么样的房子？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33138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洋房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33138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live in a western-style house.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30206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楼房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30206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live in an apartment block.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61207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你家有花园吗？ → 有两个，房前一个，房后一个。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612076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you have a garden? — Two: one in front, one behind.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这个问句记住——下节课的报告和单元测验的作文都是从它开头。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95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四件事，两个小句连起来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9547"/>
            <a:ext cx="10972800" cy="1710630"/>
          </a:xfrm>
          <a:prstGeom prst="roundRect">
            <a:avLst>
              <a:gd name="adj" fmla="val 6682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13397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我家住洋房，房子有两层。房前有一个小花园，房后有一个大花园和一个车库。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952577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live in a western-style house with two storeys. There's a small garden in front and a big garden and a garage behind.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7653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「房前」「房后」在同一句里各出现一次——顺序不要说反。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84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p.127 · CD 64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348" y="176213"/>
            <a:ext cx="479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5387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先听，再跟读，最后把拼音关掉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3902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56492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5777" y="1564928"/>
            <a:ext cx="2461058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你家住什么样的房子？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600" y="2101155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21218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15777" y="2212181"/>
            <a:ext cx="1476604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我家住洋房。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9600" y="2748409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85943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15777" y="2859435"/>
            <a:ext cx="1722680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你家有花园吗？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09600" y="3395663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50668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15777" y="3506688"/>
            <a:ext cx="3445359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有两个，房前一个，房后一个。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09600" y="4042916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153942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15777" y="4153942"/>
            <a:ext cx="1722680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你家有车库吗？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09600" y="4690170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80119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15777" y="4801195"/>
            <a:ext cx="3445359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有。我家的车库可以停两辆车。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09600" y="540097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最后一句里的 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停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辆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还没学——下节课就学，学完这段对话才算完整。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用中文回答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6688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三个问题 · 用中文回答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66912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2128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2128838"/>
            <a:ext cx="26875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 家住什么样的房子？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" y="2843213"/>
            <a:ext cx="10972800" cy="723900"/>
          </a:xfrm>
          <a:prstGeom prst="roundRect">
            <a:avLst>
              <a:gd name="adj" fmla="val 8772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30051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3005138"/>
            <a:ext cx="323161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 家有几个花园？在哪儿？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371951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8814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881438"/>
            <a:ext cx="323161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 家的车库可以停几辆车？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4332238"/>
            <a:ext cx="32316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这一句里有两个新词——下节课学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600" y="48878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答案不上屏——口头回答，或者写在小白板上。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6399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765524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yangf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970" y="2863900"/>
            <a:ext cx="609600" cy="609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30970" y="3536900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洋房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839641" y="2765524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nSlWb7DT2s/img/huayu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11" y="2863900"/>
            <a:ext cx="609600" cy="609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1011" y="3536900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花园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5069681" y="2765524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nSlWb7DT2s/img/chek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051" y="2863900"/>
            <a:ext cx="609600" cy="609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91051" y="3536900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车库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7299871" y="2765524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nSlWb7DT2s/img/fangqi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1241" y="2863900"/>
            <a:ext cx="609600" cy="609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21241" y="3536900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房前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9529911" y="2765524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nSlWb7DT2s/img/fangho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1281" y="2863900"/>
            <a:ext cx="609600" cy="609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251281" y="3536900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房后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609600" y="419085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这一页留在屏幕上——写字、排句子都看它。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30046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8 分钟 · 练习册 p.149 第 11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94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笔顺 · 老师先在黑板上一笔一笔写，学生跟着空写，再下笔 · 每个字三遍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55973"/>
            <a:ext cx="10972800" cy="752475"/>
          </a:xfrm>
          <a:prstGeom prst="roundRect">
            <a:avLst>
              <a:gd name="adj" fmla="val 843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41698"/>
            <a:ext cx="5698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洋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09576" y="1594098"/>
            <a:ext cx="75128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74727" y="1594098"/>
            <a:ext cx="213741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三点水在左，右边「羊」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91874" y="15321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80774" y="15321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69675" y="15321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2171849"/>
            <a:ext cx="10972800" cy="752475"/>
          </a:xfrm>
          <a:prstGeom prst="roundRect">
            <a:avLst>
              <a:gd name="adj" fmla="val 843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2257574"/>
            <a:ext cx="5698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园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609576" y="2409974"/>
            <a:ext cx="75128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74727" y="2409974"/>
            <a:ext cx="2914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先写外框三笔，写里面，最后封口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91874" y="2348061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80774" y="2348061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69675" y="2348061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2987725"/>
            <a:ext cx="10972800" cy="752475"/>
          </a:xfrm>
          <a:prstGeom prst="roundRect">
            <a:avLst>
              <a:gd name="adj" fmla="val 843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22275" y="3073450"/>
            <a:ext cx="5698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609576" y="3225850"/>
            <a:ext cx="75128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574727" y="3225850"/>
            <a:ext cx="378904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上面两点，中间「一」，下面「月」加「刂」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9187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48077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69675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600" y="3803600"/>
            <a:ext cx="10972800" cy="752475"/>
          </a:xfrm>
          <a:prstGeom prst="roundRect">
            <a:avLst>
              <a:gd name="adj" fmla="val 843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22275" y="3889325"/>
            <a:ext cx="5698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1609576" y="4041725"/>
            <a:ext cx="75128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画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574727" y="4041725"/>
            <a:ext cx="17487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撇、横，再写「口」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91874" y="397981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80774" y="397981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969675" y="397981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9600" y="4619476"/>
            <a:ext cx="10972800" cy="752475"/>
          </a:xfrm>
          <a:prstGeom prst="roundRect">
            <a:avLst>
              <a:gd name="adj" fmla="val 843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2275" y="4705201"/>
            <a:ext cx="5698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库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1609576" y="4857601"/>
            <a:ext cx="75128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画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574727" y="4857601"/>
            <a:ext cx="42748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广字头，里面一个「车」——「车」你已经会写了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991874" y="479568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480774" y="479568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969675" y="479568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09600" y="5498902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老师走一圈看握笔和笔画方向，不看谁写得快。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669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56718"/>
            <a:ext cx="10972800" cy="840730"/>
          </a:xfrm>
          <a:prstGeom prst="roundRect">
            <a:avLst>
              <a:gd name="adj" fmla="val 1359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80436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写完三遍以后，每个字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放进词里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写，不要单写。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600" y="3575149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77190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035326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洋房 · 花园 · 房前 · 房后 · 车库 —— 五个词写完，再用这五个字写一段四句的房子介绍，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不看总览页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33758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11 分钟 · 练习册 p.152 第 17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5152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排句子 · 先写在本子上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51546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6257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762571"/>
            <a:ext cx="168275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住／我家／楼房。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239268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35029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03127" y="2350294"/>
            <a:ext cx="231380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三间／有／楼上／卧室。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2826990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93801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03127" y="2938016"/>
            <a:ext cx="210340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二楼／在／我的房间。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414713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203127" y="3525738"/>
            <a:ext cx="252420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大花园／有／房后／一个。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002435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11346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113461"/>
            <a:ext cx="33655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上海饭店／楼下／有／他家／一家。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4590157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70118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203127" y="4701183"/>
            <a:ext cx="315510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的／车库／右边／我家房子／在。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520318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六句排好以后，照练习册说的，在电脑上把六句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打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出来——打字要从拼音变成汉字，跟照着描不一样，单元测验的翻译题要的就是这个。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2063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6145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61481"/>
            <a:ext cx="10972800" cy="840730"/>
          </a:xfrm>
          <a:prstGeom prst="roundRect">
            <a:avLst>
              <a:gd name="adj" fmla="val 1359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80913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六句做完，自己再编六句，一样的玩法。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600" y="3579912"/>
            <a:ext cx="10972800" cy="941933"/>
          </a:xfrm>
          <a:prstGeom prst="roundRect">
            <a:avLst>
              <a:gd name="adj" fmla="val 6741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776662"/>
            <a:ext cx="1068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030563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每一句都要有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今天的一个词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上节课的一个方位词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，至少两句是两个小句的。打乱了打在电脑上，跟同桌换电脑解。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501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接力写字 · 4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243" y="176213"/>
            <a:ext cx="5108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8391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接力写字 WRITING RELAY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83940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4586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445865"/>
            <a:ext cx="40805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四人一组，一支笔，一次写一个字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178102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老师说英文，第一个人写第一个字，跑回来换人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362051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52397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523976"/>
            <a:ext cx="514921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51492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洋房 · 花园 · 车库 · 房前 · 房后 · 卧室 · 客厅 · 厨房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310896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算分看字对不对，不看谁快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3937248"/>
            <a:ext cx="3108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先写完但笔顺错，分让给后面那一组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518273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68019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680198"/>
            <a:ext cx="369189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：老师说中文，而且要写一整句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9327" y="5015359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一人一个字，出发前全组要先讲好写哪一句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57093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黑板分成几栏，每组一支笔。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第三条当场就能查——请全班把练习册举起来。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三条目标，举手；再问一句：哪个字最难写？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写在本子上，收上来。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课文二最后那两个词，然后你自己设计一个房子，讲给全班听。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出门条：用中文回答——你家住什么样的房子？你家有花园吗？（至少两句）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2026-09-15T01:27:30Z</dcterms:created>
  <dcterms:modified xsi:type="dcterms:W3CDTF">2026-09-15T01:27:30Z</dcterms:modified>
</cp:coreProperties>
</file>