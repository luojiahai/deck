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15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7-describing-people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猜猜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他是谁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Describe a whole person, out loud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06304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18874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28179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28839" y="4900166"/>
            <a:ext cx="115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p.120–123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055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听力 · 课本 p.121 第11题 · 0–8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105644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没有CD — 老师念，每条念两遍 · 六条全文在教案里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3166" y="1527721"/>
            <a:ext cx="120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1452" y="1502420"/>
            <a:ext cx="27467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bàba zhǎng shénme yàng?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1452" y="1750070"/>
            <a:ext cx="2746754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你爸爸长什么样？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62570" y="2365623"/>
            <a:ext cx="121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1452" y="2340322"/>
            <a:ext cx="22667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gāogāo 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1452" y="2587972"/>
            <a:ext cx="2266748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他长得高高的。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63166" y="3203525"/>
            <a:ext cx="120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1452" y="3178225"/>
            <a:ext cx="2747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gēge zhǎng shénme yàng?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1452" y="3425875"/>
            <a:ext cx="2747665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你哥哥长什么样？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2570" y="4041428"/>
            <a:ext cx="121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1452" y="4016127"/>
            <a:ext cx="38858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 yǎnjing, tóufa duǎnduǎn 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1452" y="4263777"/>
            <a:ext cx="3885896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他有大眼睛，头发短短的。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62570" y="4879330"/>
            <a:ext cx="121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1452" y="4854029"/>
            <a:ext cx="42096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ǎiǎi de, tóufa chángchang de.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1452" y="5101679"/>
            <a:ext cx="4209696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她长得矮矮的，头发长长的。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370231" y="5564981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六条答案，每一条都用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长得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或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这两个动词撑起整个话题。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我们学把一个人说清楚，让别人猜得出是谁。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887844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 她长什么样？还会用高矮、部位、头发回答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with height, features and hair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7324424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我会答 你穿什么校服？和 你喜欢你的校服吗？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both uniform questions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7779535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我听得懂一段描写，能判断对还是错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tell whether a spoken description is true or false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5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复习页要考，课本却没教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524595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pp.170–171 · 第5、6题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3166" y="1946672"/>
            <a:ext cx="120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1452" y="1921371"/>
            <a:ext cx="23601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chuān shénme xiàofú?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1452" y="2169021"/>
            <a:ext cx="2360107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你穿什么校服？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62570" y="2784574"/>
            <a:ext cx="121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1452" y="2759273"/>
            <a:ext cx="47741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chuān báisè de chènshān hé lánsè de chángkù.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1452" y="3006923"/>
            <a:ext cx="4774106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我穿白色的衬衫和蓝色的长裤。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63166" y="3622477"/>
            <a:ext cx="120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1452" y="3597176"/>
            <a:ext cx="29144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nǐ de xiàofú ma?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1452" y="3844826"/>
            <a:ext cx="2914498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2570" y="4460379"/>
            <a:ext cx="121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1452" y="4435078"/>
            <a:ext cx="2590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Xǐhuan. / Bù xǐhuan.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1452" y="4682728"/>
            <a:ext cx="2590547" cy="3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喜欢。／不喜欢。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70231" y="514603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这两句在复习表上，可是课本第十五课里一个字都没有 — 所以今天专门教。写下你自己的答案：真的校服颜色，真的喜不喜欢。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403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复习七问 · 前四题 · 全班接龙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739354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一个人问，下一个人答，再问下一题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213613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shénme yánsè?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428131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你喜欢什么颜色？→ 红色、橙色和蓝色。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95795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hēisè ma?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24996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你喜欢黑色吗？→ 不喜欢。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77978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chuān shénme yīfu?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4071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你喜欢穿什么衣服？→ 汗衫和牛仔裤。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601617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shàngxué chuān xiàofú ma?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89361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你上学穿校服吗？→ 穿。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8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复习七问 · 后三题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220414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chuān shénme xiàofú?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2501" y="249614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5. 你穿什么校服？→ 白色的衬衫和蓝色的长裤。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2501" y="302597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nǐ de xiàofú ma?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2501" y="331797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6. 你喜欢你的校服吗？→ 不喜欢。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2501" y="384780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gēge zhǎng shénme yàng?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01" y="413980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7. 你哥哥长什么样？→ 他长得高高的。他有大眼睛和黑色的短发。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231" y="4542681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第4题和第6题：回答「……吗？」要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重复动词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穿。／喜欢。 不是 是。这就是考试第9部分。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874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三拍 · 第7题就是模板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717203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高矮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部位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头发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46938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gāogāo 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174873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他长得高高的。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164259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501" y="251340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dàdà de yǎnjing hé gāogāo de bízi.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01" y="279276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他有大大的眼睛和高高的鼻子。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2501" y="3208288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501" y="355743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 yě bù duǎn.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3836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他的头发不长也不短。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252317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501" y="460146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měitiān chuān xiàofú shàngxué.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501" y="488081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 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他每天穿校服上学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2501" y="5296346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clothing and you have Test Part 11 complete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501" y="5620196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727" y="5731222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5277" y="5731222"/>
            <a:ext cx="43329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加上第四拍「穿什么」，考试第11部分就写完了。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beats is a full answer; two beats is half a mark.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53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课本 p.120 第9题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1289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086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0389"/>
            <a:ext cx="371101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先照框架做对话 — A 问，B 答三拍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2890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38425"/>
            <a:ext cx="520310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然后每组挑一个名人，B 描写，A 猜，再让全班猜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45036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306961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她长什么样？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275" y="3799582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 她长得不高。她有大大的眼睛……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4517678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4704904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62063" y="4666804"/>
            <a:ext cx="943511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描写的人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不许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 高 和 矮 — 只能靠部位、头发和衣服，而且要有一句 不……也不……；然后换人，不给准备时间。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swap, with a person the guesser picks.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246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猜猜他是谁 · 课本 p.123 第13题 · 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36133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淘汰赛 · 只能说中文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77090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780431"/>
            <a:ext cx="630277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描写班上的同学或者老师 — 至少三句，不许说名字、不许指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24894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258467"/>
            <a:ext cx="543278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前四分钟全班分两半同时进行，每个人都要描写一次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72697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736503"/>
            <a:ext cx="354312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然后最会描写的四个人上来打决赛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24311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40503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他长得高高的。他有黑色的短发。他是中国人。→ 王老师。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021485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157960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9381" y="4157960"/>
            <a:ext cx="469091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说得太笼统，别人一句就猜到 — 那是描写的人输了。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correct guess in under three sentences costs the describer.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89763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508486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2063" y="5046762"/>
            <a:ext cx="883761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描写完要先接受全班提问（他的头发长吗？），而且要用完整句子回答，不能只说 对/不对，然后才让人猜。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first, in full sentences.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0146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活动三 · 课本 p.122 第12题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5596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三个人一组 · 十二个问题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66553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675061"/>
            <a:ext cx="330691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每个人被问一遍关于妈妈的问题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14357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153096"/>
            <a:ext cx="307070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然后小组选一位，向全班介绍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62160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631132"/>
            <a:ext cx="748366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不方便说妈妈的，说生活里任何一个大人都可以 — 老师一开始就说清楚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137743"/>
            <a:ext cx="10972800" cy="1738313"/>
          </a:xfrm>
          <a:prstGeom prst="roundRect">
            <a:avLst>
              <a:gd name="adj" fmla="val 73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299668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10) 她喜欢什么颜色？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11) 她喜欢穿什么衣服？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275" y="4284911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12) 她长什么样？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500300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519023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2063" y="5152132"/>
            <a:ext cx="770181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报告的人不许看笔记，而且要有一句 不……也不…… 和一个叠词；小组还要接全班两个问题。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notes, and two questions taken afterwards.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763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活动四 · 课本 p.123 第14题 · CD T74 · 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973907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老师念两遍 · 学生在书上打勾画叉 · 八条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237068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Xiǎo Yīng jīnnián shíyī suì, shàng xiǎoxué wǔ niánjí.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67548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小英今年十一岁，上小学五年级。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317986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gāogāo de. Tā yǒu dàdà de yǎnjing, gāogāo de bízi hé dàdà de zuǐba.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48466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她长得高高的。她有大大的眼睛，高高的鼻子和大大的嘴巴。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98904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hēisè de chángfà. Tā chuān chènshān hé qúnzi.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429384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她有黑色的长发。她穿衬衫和裙子。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231" y="469671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长发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书上这里用「长发」，不是「头发」。两个都对，读的时候要认得。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301696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 她长什么样？还会答三拍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435117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我会答 你穿什么校服？和 你喜欢你的校服吗？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294485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我听得懂一段描写，能判断对错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518777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用中文回答：你穿什么校服？你喜欢你的校服吗？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answers, one slip.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4730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本书最后一课 — 读毛小红，然后写你自己。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00500" y="1495723"/>
            <a:ext cx="4274668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毛小红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321570" y="3070473"/>
            <a:ext cx="769968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8 — read a whole person, then write yourself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96121" y="3674715"/>
            <a:ext cx="5199757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84997" y="3874740"/>
            <a:ext cx="471444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毛小红今年十二岁，是中国人。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84997" y="4392811"/>
            <a:ext cx="471444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她有大眼睛、小鼻子和大耳朵。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84997" y="4910882"/>
            <a:ext cx="471444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It is your turn! 写你自己。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916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7 of 8 · 说一个完整的人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79098" y="6307187"/>
            <a:ext cx="2759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p.120–123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2026-10-15T09:25:28Z</dcterms:created>
  <dcterms:modified xsi:type="dcterms:W3CDTF">2026-10-15T09:25:28Z</dcterms:modified>
</cp:coreProperties>
</file>