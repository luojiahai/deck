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24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4-radicals-structure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六个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 radicals, and how a character is built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112877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25447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4753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39544" y="4900166"/>
            <a:ext cx="7351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p.117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371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改错 · 0–4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963341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1202" y="1963341"/>
            <a:ext cx="372832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她的牙齿很白。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← 这句</a:t>
            </a:r>
            <a:r>
              <a:rPr lang="en-US" sz="16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，说出来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15046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1202" y="2515046"/>
            <a:ext cx="163220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我有脸很小。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066752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1202" y="3066752"/>
            <a:ext cx="380847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他的皮肤很白，他有黑色头发。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682008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808958"/>
            <a:ext cx="170977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我有脸很小。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6702" y="386134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47702" y="3808958"/>
            <a:ext cx="341955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我的脸很小。／我有小脸。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9600" y="4427934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750" y="4554885"/>
            <a:ext cx="113990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黑色头发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08002" y="4607272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89002" y="4554885"/>
            <a:ext cx="14248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黑色的头发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7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部首快闪 · 4–8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279558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上节课的部首 — 老师出示，全班说意思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89434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79018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85951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氵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75534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82468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月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051" y="3160663"/>
            <a:ext cx="1744266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8985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68717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75650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965234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672167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70231" y="387503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然后两个同学上来，各写一个用这些部首的字。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我们学六个新部首，还要会把一个字拆成几块。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7172012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厂、车、立、革、止、虫 的意思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the meaning of each of the six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726749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给我一个部首，我能写一个用它的字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a character that uses a given radical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8285955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我能把一个字拆开，还能说哪一块是部首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split a character and say which part is the radical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144167"/>
            <a:ext cx="5308550" cy="2747516"/>
          </a:xfrm>
          <a:prstGeom prst="roundRect">
            <a:avLst>
              <a:gd name="adj" fmla="val 647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44701" y="240759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厂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620119" y="3443883"/>
            <a:ext cx="13132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cliff 山崖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345234" y="3958233"/>
            <a:ext cx="18740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例字 · 厅 tīng hall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10580" y="4382095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516" y="4424958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字的形状就是山崖 — 一个平顶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3701" y="2144167"/>
            <a:ext cx="5308699" cy="2747516"/>
          </a:xfrm>
          <a:prstGeom prst="roundRect">
            <a:avLst>
              <a:gd name="adj" fmla="val 647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51650" y="2407593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车（車）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8064252" y="3443883"/>
            <a:ext cx="17621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vehicle 车辆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189416" y="3958233"/>
            <a:ext cx="15066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例字 · 辆 liàng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74681" y="4382095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5615" y="4424958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车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你早就会了 — 现在它在别的字里干活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144167"/>
            <a:ext cx="5308550" cy="2747516"/>
          </a:xfrm>
          <a:prstGeom prst="roundRect">
            <a:avLst>
              <a:gd name="adj" fmla="val 647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44701" y="240759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立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504629" y="3443883"/>
            <a:ext cx="15487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 站立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067669" y="3958233"/>
            <a:ext cx="24401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例字 · 站 zhàn to stand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10580" y="4382095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516" y="4424958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站 =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立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占 — 意思在左边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3701" y="2144167"/>
            <a:ext cx="5308699" cy="2747516"/>
          </a:xfrm>
          <a:prstGeom prst="roundRect">
            <a:avLst>
              <a:gd name="adj" fmla="val 647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08950" y="240759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革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8068270" y="3443883"/>
            <a:ext cx="1753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leather 皮革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006060" y="3958233"/>
            <a:ext cx="1880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例字 · 鞋 xié shoe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74681" y="4382095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5615" y="4424958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鞋是皮做的 — 部首告诉你材料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 · 第三组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144167"/>
            <a:ext cx="5308550" cy="2747516"/>
          </a:xfrm>
          <a:prstGeom prst="roundRect">
            <a:avLst>
              <a:gd name="adj" fmla="val 647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44701" y="240759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589163" y="3443883"/>
            <a:ext cx="13764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stop 脚步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384822" y="3958233"/>
            <a:ext cx="17932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例字 · 步 bù step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10580" y="4382095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516" y="4424958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两只脚，一前一后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3701" y="2144167"/>
            <a:ext cx="5308699" cy="2747516"/>
          </a:xfrm>
          <a:prstGeom prst="roundRect">
            <a:avLst>
              <a:gd name="adj" fmla="val 647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08950" y="240759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虫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7981057" y="3443883"/>
            <a:ext cx="19318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insect 小动物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03518" y="3958233"/>
            <a:ext cx="20900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例字 · 虾 xiā shrimp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74681" y="4382095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5615" y="4424958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虫子和小动物都归它管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回读 · 没有意思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279558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只有部首 — 全班说意思，先按顺序，再打乱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89434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79018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85951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75534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82468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051" y="3160663"/>
            <a:ext cx="1744266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8985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革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68717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75650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965234" y="3160663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672167" y="328448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虫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70231" y="387503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每组写完就在小白板上写两个部首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那个例字，部首用另一个颜色。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48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拆字 · 一个字几块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717203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=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2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别的部分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46938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xié · 革 + 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174873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鞋 = 革 + 圭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164259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radical on the LEFT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501" y="251340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bù · 止 + 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501" y="279276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步 = 止 + 少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2501" y="3208288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radical on TOP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501" y="355743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liàng · 车 + 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383678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 = 车 + 两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4252317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radical on the LEFT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501" y="460146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bí · 自 + 田 + 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2501" y="488081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 = 自 + 田 + 廾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2501" y="5296346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parts — and you learnt this word in Lesson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2501" y="5620196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9727" y="5731222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5277" y="5731222"/>
            <a:ext cx="50991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你会的字，本来就是这样拼出来的。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鼻 was a vocabulary word three lessons ago; today it is a structure.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11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检查一下 · CFU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963341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1202" y="1963341"/>
            <a:ext cx="28683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鞋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是什么做的？你怎么知道？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15046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1202" y="2515046"/>
            <a:ext cx="188875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写一个有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虫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的字。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066752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1202" y="3066752"/>
            <a:ext cx="2657948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站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的部首在左边还是右边？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682008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808958"/>
            <a:ext cx="128244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裤 写成 礻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47751" y="386134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28751" y="3808958"/>
            <a:ext cx="99735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裤 是 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9600" y="4427934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750" y="4554885"/>
            <a:ext cx="15200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 = 自 + 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80667" y="4607272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61667" y="4554885"/>
            <a:ext cx="213756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 = 自 + 田 + 廾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3977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· 卡片分类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48582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六个部首当标题，十二张字卡分类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5815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167682"/>
            <a:ext cx="443057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字卡：厅 厂 辆 车 站 位 鞋 革 步 止 虾 虫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63619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645718"/>
            <a:ext cx="259828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两个人一组，三分钟分完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1422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23754"/>
            <a:ext cx="330691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然后每组要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说出理由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，至少两张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63036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9228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 放在 车 下面，因为车字旁在左边。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51038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69761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2063" y="4659511"/>
            <a:ext cx="1011262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再加练习册第16题的六个部首（忄 口 衤 亻 夕 女）和八张第十三、十四课的字卡；然后每个部首再写一个卡片上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的字。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Twelve headers, twenty cards, then six characters from memory.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9715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· 课本 p.117 第6题 · 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81406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九个字，画出结构，圈出部首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2364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233166"/>
            <a:ext cx="277134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班 鼻 起 嘴 灰 橙 差 蓝 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70167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711202"/>
            <a:ext cx="283449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左右？上下？三块？画个框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7971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89238"/>
            <a:ext cx="448795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六分钟自己做，然后屏幕上对答案，自己改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568750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05225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9381" y="3705225"/>
            <a:ext cx="349408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差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不是左右结构，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套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上面是 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two are the ones that catch people out.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4444901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632127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594027"/>
            <a:ext cx="797915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p.168 第16题：六个部首各写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个字，今天屏幕上出现过的不算，再把其中三个写成词组。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Twelve characters, none of them from the screen.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1238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活动三 · 练习册 p.158 第1题 · 3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50492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六个部首按笔顺抄一遍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91450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924026"/>
            <a:ext cx="182074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厂 车 立 革 止 虫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3925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3402062"/>
            <a:ext cx="559992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革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虫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都是同一个地方出错 — 竖在下面那一横之前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81574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3918049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9381" y="3918049"/>
            <a:ext cx="54444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笔顺不是装饰。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Wrong stroke order shows up as a wrong-looking character, every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28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写字接力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201317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两队，两支笔，黑板分两边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61089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620417"/>
            <a:ext cx="587727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老师说一个部首的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意思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"leather"、"vehicle"、"stop"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08892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3098453"/>
            <a:ext cx="590520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第一个人跑上来写一个带这个部首的字，然后把笔传下去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566964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576489"/>
            <a:ext cx="382411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黑板上已经有的字不算 · 两分钟一轮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057650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244876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2063" y="4206776"/>
            <a:ext cx="702005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写完还要说一个词组才能传笔；对会说中文的同学，老师只说部首的形状，不说意思。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phrase before the pen passes.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212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活动四 · 练习册 p.169 第18题 · 3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987600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小白板，快 — 前五个就好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39717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406700"/>
            <a:ext cx="521130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下午 → 午__　·　长裤 → 裤__　·　中学 → 学__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87521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884736"/>
            <a:ext cx="327685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大火 → 火__　·　毛衣 → 衣__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391346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3553271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 → 午饭　　长裤 → 裤子　　中学 → 学生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9600" y="4271367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458593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2063" y="4420493"/>
            <a:ext cx="520568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九个都做完，再从任意一个做一条三环链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下午 → 午饭 → 饭馆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three-link chain from any of the nine.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471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210340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我会说六个部首的意思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336551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给我一个部首，我能写一个用它的字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3575911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我能把一个字拆开，还能说哪块是部首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393857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写一个有 虫 的字，把部首圈出来。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character using 虫, radical circled.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453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整个单元最大的那个问题 — 你长什么样？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156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下节课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5149" y="1495723"/>
            <a:ext cx="8549336" cy="139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你长什么样？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3594199" y="3070473"/>
            <a:ext cx="510367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5 — what do you look like?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8531" y="3674715"/>
            <a:ext cx="5214938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7407" y="3874740"/>
            <a:ext cx="472993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他长得很高。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77407" y="4392811"/>
            <a:ext cx="472993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她长得不高也不矮。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77407" y="4910882"/>
            <a:ext cx="472993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 有两个读音 — cháng 和 zhǎng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1707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部首 · 笔画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17682" y="6307187"/>
            <a:ext cx="2413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2026-10-15T09:23:16Z</dcterms:created>
  <dcterms:modified xsi:type="dcterms:W3CDTF">2026-10-15T09:23:16Z</dcterms:modified>
</cp:coreProperties>
</file>