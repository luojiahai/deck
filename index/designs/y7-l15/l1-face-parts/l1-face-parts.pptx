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995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1-face-parts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脸上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四个词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Face — eye, ear, nose, mouth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33242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5812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5117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56314" y="4900166"/>
            <a:ext cx="11017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p.114–115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7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复习日期 · 0–3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9872" y="15040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p.162 第6题 — 听问题，写在小白板上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186913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第四单元 · 两分钟就好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65908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Jīntiān jǐ yuè jǐ hào?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2557909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今天几月几号？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9600" y="3114080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Jīntiān xīngqī jǐ?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406080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今天星期几？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62251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Liù yuè shí rì shì xīngqī jǐ?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25425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六月十日是星期几？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481042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Qī yuè yī rì shì xīngqī jǐ?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510242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七月一日是星期几？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463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复习衣服和颜色 · 3–8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66863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p.163 第8题 · 前三个人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643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85963"/>
            <a:ext cx="54420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给图上的人涂颜色 — colour the first three figures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45447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463998"/>
            <a:ext cx="454928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每个人写一句话 — one sentence for each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93250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942034"/>
            <a:ext cx="449387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记住 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灰色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校服，不是「灰色校服」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448645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61057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他穿灰色的校服。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103191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她穿白色的衬衫和蓝色的长裤。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19638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856113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9381" y="4856113"/>
            <a:ext cx="45198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上节课最常丢的就是「的」。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missing 的 is the single most common error in this unit.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我们学说脸上的四个部位，还会说它们大不大。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880512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眼睛、耳朵、鼻子、嘴巴，还会指出来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four parts of the face and point to 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638095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 大 / 小 组词 — 大眼睛、小嘴巴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build a phrase with 大 or 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746256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我会用「我有……」说一句话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one sentence about my own face using 我有……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1-face-parts/slides/05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51050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2009" y="4317504"/>
            <a:ext cx="10644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yǎnjing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86100" y="4831854"/>
            <a:ext cx="3625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eye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两个字都有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eye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1-face-parts/slides/05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15151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513118" y="4317504"/>
            <a:ext cx="8464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ěrduo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763893" y="4831854"/>
            <a:ext cx="334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耳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本来就是耳朵的样子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7400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只有两个新词 · 别的词你都学过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yǎnjing hěn dà.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7558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9600" y="2742902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eyes are big.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0635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ěrduo bù dà.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51115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78473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ears aren't big.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44192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 yǎnjing hé xiǎo ěrduo.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474672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和小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5214045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 has big eyes and small ears.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 ______ 很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25982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写一句，写在小白板上。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462715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两个人，两个小句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我的眼睛很大，我妹妹的眼睛不大。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 about two different people.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1-face-parts/slides/08-vocab-a2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51050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3006775" y="4317504"/>
            <a:ext cx="5243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bízi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19871" y="4831854"/>
            <a:ext cx="497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nose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鼻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是三层，上面是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1-face-parts/slides/08-vocab-a2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15151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538865" y="4317504"/>
            <a:ext cx="7939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zuǐba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606284" y="4831854"/>
            <a:ext cx="6564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mouth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嘴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左边是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口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mouth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7239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bízi bù dà.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07719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44514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nose isn't big.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07965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zuǐba hěn xiǎo.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312765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很小。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780086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mouth is small.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43536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 bízi hé dà zuǐba.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548336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和大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5015657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 has a big nose and a big mouth.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 ______ 鼻子和 ______ 嘴巴。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441311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— 可以写班上的人，不要说名字。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530906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四个词一句话，用 、和 和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她有大大的眼睛、小鼻子和小嘴巴。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four words in one sentence.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83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 · 只有汉字和图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257815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今天的四个词 — 看图就说，不要看拼音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943225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1-face-parts/slides/11-board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75" y="3067050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550" y="3867001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27350" y="2943225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1-face-parts/slides/11-board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24" y="3067050"/>
            <a:ext cx="691753" cy="660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867001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172200" y="2943225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1-face-parts/slides/11-board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74" y="3067050"/>
            <a:ext cx="691753" cy="660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88250" y="3867001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9017050" y="2943225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tmp.0KKCc5Rr2l/l1-face-parts/slides/11-board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323" y="3067050"/>
            <a:ext cx="691753" cy="660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3099" y="3867001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两个框架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107728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大／小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85990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dà yǎnjing.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13925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我有大眼睛。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643634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yǎnjing hěn dà.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92298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我的眼睛很大。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338513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meaning, the other frame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501" y="368766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xiǎo zuǐba.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501" y="396701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他有小嘴巴。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2501" y="447139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 ěrduo hé xiǎo yǎnjing, tā de bízi bù dà yě bù xiǎo.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501" y="475074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他有大耳朵和小眼睛，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他的鼻子不大也不小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2501" y="5229820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B03C2C">
              <a:alpha val="10000"/>
            </a:srgbClr>
          </a:solidFill>
          <a:ln w="952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727" y="5340846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6832" y="5340846"/>
            <a:ext cx="36437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形容词在前，部位在后。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大眼睛 ✓ · 眼睛大 ✗ — the adjective comes first.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11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CFU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63341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1202" y="1963341"/>
            <a:ext cx="379830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指一指你的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鼻子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 (whole class, point)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5046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202" y="2515046"/>
            <a:ext cx="292998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哪个字是 eye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口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066752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1202" y="3066752"/>
            <a:ext cx="35610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耳朵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的拼音是什么？写在小白板上。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682008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808958"/>
            <a:ext cx="1709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我有眼睛大。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6702" y="386134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7702" y="3808958"/>
            <a:ext cx="1709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我有大眼睛。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9600" y="4427934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4554885"/>
            <a:ext cx="22796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我的眼睛很大的。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25403" y="4607272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06403" y="4554885"/>
            <a:ext cx="199471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我的眼睛很大。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83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课文一 · 脸上的四个部位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670596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p.114 — 老师读，你们跟着读两遍，然后指自己的脸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035671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1-face-parts/slides/14-text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75" y="2159496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550" y="295944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518940" y="3476923"/>
            <a:ext cx="631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yǎnjing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27350" y="2035671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KKCc5Rr2l/l1-face-parts/slides/14-text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24" y="2159496"/>
            <a:ext cx="691753" cy="660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295944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426744" y="3476923"/>
            <a:ext cx="5033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ěrduo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172200" y="2035671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var/folders/6c/210dcgxn4gz5sm71vld2cy1h0000gn/T/tmp.0KKCc5Rr2l/l1-face-parts/slides/14-text1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74" y="2159496"/>
            <a:ext cx="691753" cy="6603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88250" y="295944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366695" y="3476923"/>
            <a:ext cx="309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bízi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017050" y="2035671"/>
            <a:ext cx="2692450" cy="1812727"/>
          </a:xfrm>
          <a:prstGeom prst="roundRect">
            <a:avLst>
              <a:gd name="adj" fmla="val 700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0KKCc5Rr2l/l1-face-parts/slides/14-text1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323" y="2159496"/>
            <a:ext cx="691753" cy="6603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33099" y="2959447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10132219" y="3476923"/>
            <a:ext cx="4713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zuǐba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2501" y="384839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de yǎnjing.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82501" y="415319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这是我的眼睛。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482501" y="4657576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de bízi.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82501" y="4962376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这是我的鼻子。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8920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课本 p.115 第1题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0227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p.115 第1题 + 练习册 p.160 第3题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1184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21371"/>
            <a:ext cx="488553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全班一起说第一张脸 — 他有大眼睛和小嘴巴。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8988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399407"/>
            <a:ext cx="42517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两个人一组，说完剩下的六张，每张一句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86791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877443"/>
            <a:ext cx="458844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然后练习册 p.160 第3题 — 九十秒，图配词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384054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4597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他有大眼睛和小嘴巴。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03860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她有小眼睛和大耳朵。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5669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94392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905821"/>
            <a:ext cx="630019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说班上的人或者老师，不要说名字，让同伴猜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他的耳朵不大，他有小眼睛。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of the four words, one negative, and turn away from the screen.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2975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抢词卡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两队，一人上来 · 桌上八张卡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410783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卡片：眼睛 耳朵 鼻子 嘴巴 大 小 长 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488553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老师说的是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词组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，不是单词 — 大眼睛、小嘴巴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464932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要按顺序拍两张卡 — 先「大」，再「眼睛」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大眼睛　　小嘴巴　　大耳朵　　小鼻子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603165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老师说英文，学生拍两张卡，再说一句完整的话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大眼睛 → 她有大眼睛。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point until the sentence is said.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82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老师说 · 4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0227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全班站起来 · 听到「老师说」才能动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1184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21371"/>
            <a:ext cx="437485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老师说：指你的眼睛 / 耳朵 / 鼻子 / 嘴巴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8988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399407"/>
            <a:ext cx="51217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指错了，或者没说「老师说」你却动了 — 你出局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86791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877443"/>
            <a:ext cx="307070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最后加两个明天的词：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384054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4597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老师说：指你的鼻子。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03860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指你的耳朵。 ← 不要动！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5669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94392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905821"/>
            <a:ext cx="332528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让最后站着的学生当老师，只能说中文。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caller may use no English at all.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89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Kahoot · 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65908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每人一个设备 · 十二题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7548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85008"/>
            <a:ext cx="237680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四题：汉字 → English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15351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163044"/>
            <a:ext cx="18117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四题：图 → 汉字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63155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641080"/>
            <a:ext cx="51217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四题：上节课的衣服和颜色 — 灰色的毛衣、校服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20592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157067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381" y="4157067"/>
            <a:ext cx="458328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最后两题是找错句子。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last two show a sentence with one error — 我有眼睛大。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336551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我会说脸上的四个部位，还会指出来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1864313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 大 / 小 组词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273445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我会用「我有……」说一句话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399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用「我有」写一句关于你自己的话。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one sentence about your own face using 我有.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5522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脖子以下 — 手、脚、腿、头，还要给一个人贴标签。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797272"/>
            <a:ext cx="11192256" cy="27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 · 脚 · 腿 · 头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3808512" y="3769072"/>
            <a:ext cx="466632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2 — the rest of the body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21373" y="4373314"/>
            <a:ext cx="3549104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0249" y="4573339"/>
            <a:ext cx="30307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我的手很小。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0249" y="5091410"/>
            <a:ext cx="30307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她有长腿。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0249" y="5609481"/>
            <a:ext cx="30307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老师说：指你的脚。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2168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8 · 眼睛 耳朵 鼻子 嘴巴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23152" y="6307187"/>
            <a:ext cx="2714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p.114–115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2026-10-15T09:20:44Z</dcterms:created>
  <dcterms:modified xsi:type="dcterms:W3CDTF">2026-10-15T09:20:44Z</dcterms:modified>
</cp:coreProperties>
</file>