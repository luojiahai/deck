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8-paragraph-reading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写一段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你自己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Read a description, then write your own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652403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64973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74279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69860" y="4900166"/>
            <a:ext cx="16745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练习册 p.167–169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729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找十二个词 · 0–4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65908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6×6 的字格 — 圈出十二个词，再写下来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7548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85008"/>
            <a:ext cx="559992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里面有这一课的部位词：眼睛 耳朵 嘴巴 腿 鼻子 头发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15351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163044"/>
            <a:ext cx="575552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也有第十三、十四课的：校服 外套 衬衫 粉红色 牛仔裤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63155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641080"/>
            <a:ext cx="323207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还有两个单字形容词：长 和 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20592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157067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381" y="4157067"/>
            <a:ext cx="226295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四分钟考完整个单元。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Solo, then answers on screen.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371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改错 · 4–8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98997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1202" y="1498997"/>
            <a:ext cx="336551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这四个错，考试上</a:t>
            </a:r>
            <a:r>
              <a:rPr lang="en-US" sz="16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每一个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都会出现。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45047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202" y="2045047"/>
            <a:ext cx="3786161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写在小白板上，一次一句，一起举起来。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654647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2750" y="2781598"/>
            <a:ext cx="25647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她长得大大的眼睛。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4902" y="2833985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5902" y="2781598"/>
            <a:ext cx="22796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她有大大的眼睛。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9600" y="3400574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2750" y="3527524"/>
            <a:ext cx="28496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我的头发很长也很短。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84253" y="3579912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5253" y="3527524"/>
            <a:ext cx="28496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我的头发不长也不短。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9600" y="4146500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273451"/>
            <a:ext cx="199471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他有大大眼睛。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46053" y="4325838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27053" y="4273451"/>
            <a:ext cx="22796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他有大大的眼睛。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9600" y="4892427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2750" y="5019377"/>
            <a:ext cx="43457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你穿什么校服？→ 是白色的衬衫。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0954" y="5071765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31954" y="5019377"/>
            <a:ext cx="227965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我穿白色的衬衫。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我们读一整段描写一个人的话，然后写一段关于自己的。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7783634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我读得懂一段描写，会做对错题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a passage about a person and answer true/false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844929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我会写四句以上 — 高矮、部位、头发、衣服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four or more sentences describing myself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6324791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我会把打乱的词排成句子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put jumbled words back into the right order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阅读 · 毛小红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751856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老师读 → 全班齐读 → 自己默读，手里拿笔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214863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Máo Xiǎohóng jīnnián shí'èr suì, shì Zhōngguó rén.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45343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毛小红今年十二岁，是中国人。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95781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 yǎnjing, xiǎo bízi hé dà ěrduo. Tā de tóufa shì hēisè de, hěn duǎn.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26261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她有大眼睛、小鼻子和大耳朵。她的头发是黑色的，很短。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76698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měitiān chuān xiàofú shàngxué. Tā jīntiān chuān bái chènshān hé lán duǎnqún.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4071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她每天穿校服上学。她今天穿白衬衫和蓝短裙。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576167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bù xǐhuan tā de xiàofú. Tā bù xǐhuan xiàofú de yánsè.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880967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她不喜欢她的校服。她不喜欢校服的颜色。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8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阅读 · 五个对错题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328440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打勾还是画叉？先自己做，再和同伴对 — 要说服对方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725216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Máo Xiǎohóng yǒu dà bízi.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017216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毛小红有大鼻子。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54704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hěn duǎn.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83904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她的头发很短。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36887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chuān xiàofú shàngxué.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66087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她穿校服上学。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19070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xǐhuan tā de xiàofú.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48270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她喜欢她的校服。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5012531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yíbàn shì Zhōngguó rén.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2501" y="530453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5. 她一半是中国人。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阅读 · 中文问答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594842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对错题做完了就答这四个 — 用中文，完整句子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99161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jǐ suì?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28361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她几岁？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813447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cháng ma?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10544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她的头发长吗？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635276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xǐhuan tā de xiàofú ma?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927277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她喜欢她的校服吗？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45710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jīntiān chuān shénme?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74910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她今天穿什么？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0231" y="5151983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答得出来的同学用中文说；其他同学先把对错题弄清楚，这四题不是必须的。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6939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五拍 · 练习册 p.167 第13题的例句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107728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年龄国籍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高矮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部位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头发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衣服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85990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ǎiǎi 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13925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她长得矮矮的。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643634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dàdà de yǎnjing, xiǎoxiǎo de bízi hé zuǐba.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92298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她有大大的眼睛、小小的鼻子和嘴巴。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42736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70671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她的头发不长。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21109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jīnnián shí'èr suì, shì Zhōngguó rén. Tā chuān xiàofú shàngxué.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49044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 她今年十二岁，是中国人。⑤ 她穿校服上学。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905970"/>
            <a:ext cx="11451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two beats the model is missing — 毛小红 has them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2501" y="5229820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727" y="5340846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5277" y="5340846"/>
            <a:ext cx="37621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这五拍留在屏幕上，写的时候一直看得见。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outline stays up for the whole writing task.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830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活动一 · 练习册 p.169 It is your turn! · 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61969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五拍，至少五句，七分钟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02927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038796"/>
            <a:ext cx="582990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年龄和国籍 → 高矮 → 部位 → 头发 → 校服和喜不喜欢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50730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516832"/>
            <a:ext cx="42517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写完三个同学读出来，全班听哪一拍漏了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98534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994868"/>
            <a:ext cx="944817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老师巡堂，专门看三个错：叠词丢「的」、长得后面跟名词、该重复动词的地方用了「是」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501479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663404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我今年十三岁……我长得……我有……我的头发……我穿……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381500"/>
            <a:ext cx="10972800" cy="1034653"/>
          </a:xfrm>
          <a:prstGeom prst="roundRect">
            <a:avLst>
              <a:gd name="adj" fmla="val 7365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568726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530626"/>
            <a:ext cx="10309815" cy="73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改写成第三人称，写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别人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（练习册第14题的下半：我爸爸长什么样），而且至少两句要用 也 或 和 合成一句；最后再写两句比较两个人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我长得很高，我爸爸长得不高。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 person, joined clauses, then a comparison.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212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练习册 p.168 第15题 · 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122313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五题 · 小白板 · 一题一题举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53188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541413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他／上学／每天／穿／校服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0992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019449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喜欢／橙色／她／白色／和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4879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497485"/>
            <a:ext cx="25982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爸爸／开车／每天／上班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296599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350" y="2975521"/>
            <a:ext cx="531620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王星／九点／晚上／睡觉　·　有／你／姐姐／几个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3482132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644057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他每天穿校服上学。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4260503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96978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9381" y="4396978"/>
            <a:ext cx="53309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时间在动词前面，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每天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在时间前面。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Test Parts 4 and 8 — lost through carelessness, not ignorance.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136654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323880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2063" y="5285780"/>
            <a:ext cx="751691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练习册第17题：六个疑问词各写一个问题（几 谁 吗 什么 怎么 哪儿），其中两个要问长相。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questions, two about appearance.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2121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活动三 · 练习册 p.169 第18题 · 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01317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九个，全做完，要快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1089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20417"/>
            <a:ext cx="40155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下午→午__　长裤→裤__　中学→学__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08892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098453"/>
            <a:ext cx="40155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大火→火__　毛衣→衣__　早上→上__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56696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576489"/>
            <a:ext cx="40155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明年→年__　学校→校__　出汗→汗__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57650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244876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2063" y="4206776"/>
            <a:ext cx="335822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挑三个做成三环链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学校 → 校服 → 服务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Three-link chains.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2593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Kahoot · 二十题 · 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01317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每人一个设备 · 二十题 · 排行榜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1089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20417"/>
            <a:ext cx="505828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 4 题（第十三课）· 衣服 4 题（第十四课）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08892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098453"/>
            <a:ext cx="485729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部位 5 题 · 长得／有 选句子 3 题 · 部首 4 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56696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576489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这是整个单元，不只是今天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57650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244876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2063" y="4206776"/>
            <a:ext cx="456142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最后三题给一个有错的句子，问错在哪 — 不是翻译题。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Error-spotting, not translation.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5175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 · 回顾整个系列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294485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我读得懂一段描写，会做对错题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414077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我写了一段关于自己的话 — 举起来给大家看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567931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十三个部位我都会说吗？三拍我会说吗？六个部首我记得吗？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55226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写一句你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最有把握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的话 — 八节课里任何内容都可以。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 you are confident is correct. Collected.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59797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第一册学完了。考试前想不想专门上一节复习课？跟我说。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59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Close · 八节课 · 第五单元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399" y="1495723"/>
            <a:ext cx="10686595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第一册 · 学完了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034778" y="3070473"/>
            <a:ext cx="82847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Book 1 finished — colours, clothing, and a whole person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80418" y="3674715"/>
            <a:ext cx="8831163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69294" y="3874740"/>
            <a:ext cx="84184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第十三课 颜色 → 第十四课 穿着 → 第十五课 人体部位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69294" y="4392811"/>
            <a:ext cx="84184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你现在会描写一个完整的人：高矮、部位、头发、衣服。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9294" y="4910882"/>
            <a:ext cx="841848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这正是单元考试第11部分要的。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959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8 of 8 · 毛小红 · 写一段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57171" y="6307187"/>
            <a:ext cx="3189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练习册 p.166–169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2026-10-15T09:26:04Z</dcterms:created>
  <dcterms:modified xsi:type="dcterms:W3CDTF">2026-10-15T09:26:04Z</dcterms:modified>
</cp:coreProperties>
</file>