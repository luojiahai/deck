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Y5G2Md/01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Y5G2Md/02-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Y5G2Md/03-li-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Y5G2Md/04-vocab-12ch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Y5G2Md/05-patterns-re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Y5G2Md/06-text1-d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Y5G2Md/07-cf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Y5G2Md/07b-cfu-answ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Y5G2Md/08-act1-comprehen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Y5G2Md/09-game-ch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Y5G2Md/10-act2-int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Y5G2Md/11-plen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6c/210dcgxn4gz5sm71vld2cy1h0000gn/T/deck-pptx-img-Y5G2Md/12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2026-07-09T01:33:12Z</dcterms:created>
  <dcterms:modified xsi:type="dcterms:W3CDTF">2026-07-09T01:33:12Z</dcterms:modified>
</cp:coreProperties>
</file>