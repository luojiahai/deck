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4-vocab-kn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5-vocab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6-vocab-ext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7-measure-w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8-sentence-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9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09b-cfu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10-act1-sub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11-act2-time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12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13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rvZF5x/14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2026-07-09T01:30:14Z</dcterms:created>
  <dcterms:modified xsi:type="dcterms:W3CDTF">2026-07-09T01:30:14Z</dcterms:modified>
</cp:coreProperties>
</file>