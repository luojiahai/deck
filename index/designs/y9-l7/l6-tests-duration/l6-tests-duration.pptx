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32Yhjw/01-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32Yhjw/02-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32Yhjw/03-li-s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32Yhjw/04-voc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32Yhjw/05-pattern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32Yhjw/06-pattern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32Yhjw/07-text2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32Yhjw/08-cf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32Yhjw/08b-cfu-answ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32Yhjw/09-act1-int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32Yhjw/10-act2-du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32Yhjw/11-game-bin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32Yhjw/12-plen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32Yhjw/13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2026-07-09T01:34:42Z</dcterms:created>
  <dcterms:modified xsi:type="dcterms:W3CDTF">2026-07-09T01:34:42Z</dcterms:modified>
</cp:coreProperties>
</file>