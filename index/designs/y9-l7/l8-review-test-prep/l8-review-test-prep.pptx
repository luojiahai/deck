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4-vocab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5-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6-list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7-test-ques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8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09-act1-self-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0-game-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0b-game-r1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1-game-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1b-game-r2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2-game-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2b-game-r3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3-game-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4-written-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4QGMW/15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2026-07-09T01:36:16Z</dcterms:created>
  <dcterms:modified xsi:type="dcterms:W3CDTF">2026-07-09T01:36:16Z</dcterms:modified>
</cp:coreProperties>
</file>