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6c/210dcgxn4gz5sm71vld2cy1h0000gn/T/deck-pptx-img-qkmWl0/01-tit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6c/210dcgxn4gz5sm71vld2cy1h0000gn/T/deck-pptx-img-qkmWl0/02-re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6c/210dcgxn4gz5sm71vld2cy1h0000gn/T/deck-pptx-img-qkmWl0/03-li-s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6c/210dcgxn4gz5sm71vld2cy1h0000gn/T/deck-pptx-img-qkmWl0/04-voca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6c/210dcgxn4gz5sm71vld2cy1h0000gn/T/deck-pptx-img-qkmWl0/05-grammar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6c/210dcgxn4gz5sm71vld2cy1h0000gn/T/deck-pptx-img-qkmWl0/06-grammar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6c/210dcgxn4gz5sm71vld2cy1h0000gn/T/deck-pptx-img-qkmWl0/07-cf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6c/210dcgxn4gz5sm71vld2cy1h0000gn/T/deck-pptx-img-qkmWl0/07b-cfu-answ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6c/210dcgxn4gz5sm71vld2cy1h0000gn/T/deck-pptx-img-qkmWl0/08-act1-sentence-facto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6c/210dcgxn4gz5sm71vld2cy1h0000gn/T/deck-pptx-img-qkmWl0/09-act2-transl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6c/210dcgxn4gz5sm71vld2cy1h0000gn/T/deck-pptx-img-qkmWl0/10-ga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6c/210dcgxn4gz5sm71vld2cy1h0000gn/T/deck-pptx-img-qkmWl0/10b-game-answ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6c/210dcgxn4gz5sm71vld2cy1h0000gn/T/deck-pptx-img-qkmWl0/11-plena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6c/210dcgxn4gz5sm71vld2cy1h0000gn/T/deck-pptx-img-qkmWl0/12-pre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2026-07-09T01:35:23Z</dcterms:created>
  <dcterms:modified xsi:type="dcterms:W3CDTF">2026-07-09T01:35:23Z</dcterms:modified>
</cp:coreProperties>
</file>