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4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5-pattern1-zu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6-pattern2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7-tex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7b-text2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8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8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09-act1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0-act2-sent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1-act3-wr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2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2b-game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3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nHnf/14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2026-07-09T01:34:01Z</dcterms:created>
  <dcterms:modified xsi:type="dcterms:W3CDTF">2026-07-09T01:34:01Z</dcterms:modified>
</cp:coreProperties>
</file>