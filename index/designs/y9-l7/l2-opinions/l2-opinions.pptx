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4-voc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5-compou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6-patte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7-tex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7b-text1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8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09-act1-s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10-act2-wri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11-g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11b-game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12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WL8fKf/13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2026-07-09T01:31:10Z</dcterms:created>
  <dcterms:modified xsi:type="dcterms:W3CDTF">2026-07-09T01:31:10Z</dcterms:modified>
</cp:coreProperties>
</file>