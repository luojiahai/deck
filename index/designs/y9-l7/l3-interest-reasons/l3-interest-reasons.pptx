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4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5-patter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6-patter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7-tex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8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8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09-act1-lis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10-act2-wr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11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11b-game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12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AjHPFP/13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2026-07-09T01:31:54Z</dcterms:created>
  <dcterms:modified xsi:type="dcterms:W3CDTF">2026-07-09T01:31:54Z</dcterms:modified>
</cp:coreProperties>
</file>