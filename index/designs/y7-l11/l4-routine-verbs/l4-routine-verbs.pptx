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62600" y="1495127"/>
            <a:ext cx="1066800" cy="10668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C894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99113" y="5273973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39185" y="5273973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6900" y="5041900"/>
            <a:ext cx="2197100" cy="219710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E5DF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62600" y="1495127"/>
            <a:ext cx="1094232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032250" y="2815927"/>
            <a:ext cx="41549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· Y7 UNIT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32250" y="3553123"/>
            <a:ext cx="4154932" cy="926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我的一天。</a:t>
            </a:r>
            <a:endParaRPr lang="en-US" sz="6500" dirty="0"/>
          </a:p>
        </p:txBody>
      </p:sp>
      <p:sp>
        <p:nvSpPr>
          <p:cNvPr id="9" name="Text 7"/>
          <p:cNvSpPr/>
          <p:nvPr/>
        </p:nvSpPr>
        <p:spPr>
          <a:xfrm>
            <a:off x="4032250" y="4511973"/>
            <a:ext cx="41549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Daily Routine Verbs · 起居动词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83026" y="5210473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776913" y="5210473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16985" y="5210473"/>
            <a:ext cx="101942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 + Speaking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88209" y="3100784"/>
            <a:ext cx="1753295" cy="1301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19303" y="3100784"/>
            <a:ext cx="1753295" cy="1301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398" y="3100784"/>
            <a:ext cx="1753295" cy="1301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453059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62000" y="1932384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4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62000" y="2160984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Radicals Recap · 部首复习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62000" y="2688034"/>
            <a:ext cx="10695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inside each character? Write it, hold it up.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15209" y="3303984"/>
            <a:ext cx="1526727" cy="65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短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3415209" y="4040584"/>
            <a:ext cx="152672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hiding inside?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346303" y="3303984"/>
            <a:ext cx="1526727" cy="65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颜</a:t>
            </a:r>
            <a:endParaRPr lang="en-US" sz="5000" dirty="0"/>
          </a:p>
        </p:txBody>
      </p:sp>
      <p:sp>
        <p:nvSpPr>
          <p:cNvPr id="17" name="Text 15"/>
          <p:cNvSpPr/>
          <p:nvPr/>
        </p:nvSpPr>
        <p:spPr>
          <a:xfrm>
            <a:off x="5346303" y="4040584"/>
            <a:ext cx="152672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hiding inside?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277398" y="3303984"/>
            <a:ext cx="1526727" cy="653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7277398" y="4040584"/>
            <a:ext cx="152672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hiding inside?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2000" y="4656534"/>
            <a:ext cx="7647432" cy="465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「You now know radicals, times, and time-of-day words. Today we put it all together to describe an actual DAY — what you do, and when.」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7777" y="3194050"/>
            <a:ext cx="1200249" cy="1409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95826" y="3194050"/>
            <a:ext cx="1200249" cy="1409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73875" y="3194050"/>
            <a:ext cx="1200249" cy="14097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453059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62000" y="20256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4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62000" y="225425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Time Conversion Sprint · 时间转换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62000" y="2781300"/>
            <a:ext cx="10695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digital time. Convert to Chinese, write it, hold it up!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44777" y="3397250"/>
            <a:ext cx="973681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spc="-6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6:30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244777" y="3943350"/>
            <a:ext cx="973681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44777" y="4241800"/>
            <a:ext cx="973681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22826" y="3397250"/>
            <a:ext cx="973681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spc="-6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7:15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622826" y="3943350"/>
            <a:ext cx="973681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22826" y="4241800"/>
            <a:ext cx="973681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00875" y="3397250"/>
            <a:ext cx="973681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spc="-64" kern="0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9:45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7000875" y="3943350"/>
            <a:ext cx="973681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00875" y="4241800"/>
            <a:ext cx="973681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62000" y="4832350"/>
            <a:ext cx="106954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 to check — no notes!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79700"/>
            <a:ext cx="8693150" cy="71120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449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23545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8260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2440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7208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9494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28321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2990850"/>
            <a:ext cx="82824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the six daily-routine verbs and use them with a time to describe a day.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9000" y="36449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19200" y="3651250"/>
            <a:ext cx="3459210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起床 / 吃早饭 / 去上学 / 上课 / 放学 / 睡觉.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93800" y="3975100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写出六个日常起居动作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89000" y="423545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19200" y="4241800"/>
            <a:ext cx="5148211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copy and complete Text 2's six routine sentences with the correct time.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93800" y="4565650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完成日常起居的六个句子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89000" y="48260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4832350"/>
            <a:ext cx="3940620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build my own sentence using a routine verb + a time.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93800" y="5156200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自己写一个日常起居的句子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06650"/>
            <a:ext cx="1884462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73462" y="2406650"/>
            <a:ext cx="338008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53547" y="2406650"/>
            <a:ext cx="5149453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2730500"/>
            <a:ext cx="1884462" cy="4222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73462" y="2730500"/>
            <a:ext cx="3380085" cy="4222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53547" y="2730500"/>
            <a:ext cx="5149453" cy="4222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" y="3152775"/>
            <a:ext cx="1884462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73462" y="3152775"/>
            <a:ext cx="338008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53547" y="3152775"/>
            <a:ext cx="5149453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000" y="3571875"/>
            <a:ext cx="1884462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73462" y="3571875"/>
            <a:ext cx="338008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53547" y="3571875"/>
            <a:ext cx="5149453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9000" y="3990975"/>
            <a:ext cx="1884462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73462" y="3990975"/>
            <a:ext cx="338008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547" y="3990975"/>
            <a:ext cx="5149453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9000" y="4410075"/>
            <a:ext cx="1884462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73462" y="4410075"/>
            <a:ext cx="338008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53547" y="4410075"/>
            <a:ext cx="5149453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9000" y="4829175"/>
            <a:ext cx="1884462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73462" y="4829175"/>
            <a:ext cx="338008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53547" y="4829175"/>
            <a:ext cx="5149453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9000" y="5248275"/>
            <a:ext cx="1884462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73462" y="5248275"/>
            <a:ext cx="338008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53547" y="5248275"/>
            <a:ext cx="5149453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453059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89000" y="13652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89000" y="1593850"/>
            <a:ext cx="10441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 (1/2)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89000" y="2082800"/>
            <a:ext cx="10441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pronunciation twice per word — class repeats twice.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89000" y="2406650"/>
            <a:ext cx="1911894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73462" y="2406650"/>
            <a:ext cx="3407517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53547" y="2406650"/>
            <a:ext cx="5176885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89000" y="2730500"/>
            <a:ext cx="1911894" cy="44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73462" y="2730500"/>
            <a:ext cx="3407517" cy="44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153547" y="2730500"/>
            <a:ext cx="5176885" cy="44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89000" y="3152775"/>
            <a:ext cx="191189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73462" y="3152775"/>
            <a:ext cx="340751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chuáng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153547" y="3152775"/>
            <a:ext cx="5176885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9000" y="3571875"/>
            <a:ext cx="191189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73462" y="3571875"/>
            <a:ext cx="340751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 chuáng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153547" y="3571875"/>
            <a:ext cx="5176885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9000" y="3990975"/>
            <a:ext cx="191189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773462" y="3990975"/>
            <a:ext cx="340751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153547" y="3990975"/>
            <a:ext cx="5176885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eat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89000" y="4410075"/>
            <a:ext cx="191189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饭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773462" y="4410075"/>
            <a:ext cx="340751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153547" y="4410075"/>
            <a:ext cx="5176885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cooked rice; meal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89000" y="4829175"/>
            <a:ext cx="191189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早饭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2773462" y="4829175"/>
            <a:ext cx="340751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 fàn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153547" y="4829175"/>
            <a:ext cx="5176885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breakfast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89000" y="5248275"/>
            <a:ext cx="1911894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2773462" y="5248275"/>
            <a:ext cx="340751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qù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6153547" y="5248275"/>
            <a:ext cx="5176885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030710"/>
            <a:ext cx="1491059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80059" y="2030710"/>
            <a:ext cx="274260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2664" y="2030710"/>
            <a:ext cx="6180336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2354560"/>
            <a:ext cx="1491059" cy="4222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80059" y="2354560"/>
            <a:ext cx="2742605" cy="4222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2664" y="2354560"/>
            <a:ext cx="6180336" cy="4222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" y="2776835"/>
            <a:ext cx="1491059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80059" y="2776835"/>
            <a:ext cx="274260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2664" y="2776835"/>
            <a:ext cx="6180336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000" y="3195935"/>
            <a:ext cx="1491059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80059" y="3195935"/>
            <a:ext cx="274260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2664" y="3195935"/>
            <a:ext cx="6180336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9000" y="3615035"/>
            <a:ext cx="1491059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80059" y="3615035"/>
            <a:ext cx="274260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2664" y="3615035"/>
            <a:ext cx="6180336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9000" y="4034135"/>
            <a:ext cx="1491059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80059" y="4034135"/>
            <a:ext cx="274260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2664" y="4034135"/>
            <a:ext cx="6180336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9000" y="4453235"/>
            <a:ext cx="1491059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80059" y="4453235"/>
            <a:ext cx="274260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2664" y="4453235"/>
            <a:ext cx="6180336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9000" y="4872335"/>
            <a:ext cx="1491059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80059" y="4872335"/>
            <a:ext cx="274260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2664" y="4872335"/>
            <a:ext cx="6180336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9000" y="5291435"/>
            <a:ext cx="1491059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80059" y="5291435"/>
            <a:ext cx="2742605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2664" y="5291435"/>
            <a:ext cx="6180336" cy="4191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453059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89000" y="101471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P.82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89000" y="1243310"/>
            <a:ext cx="10441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 (2/2)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89000" y="1732260"/>
            <a:ext cx="10441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pronunciation twice per word — class repeats twice.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89000" y="2030710"/>
            <a:ext cx="1518491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380059" y="2030710"/>
            <a:ext cx="2770037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122664" y="2030710"/>
            <a:ext cx="6207768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54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89000" y="2354560"/>
            <a:ext cx="1518491" cy="44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80059" y="2354560"/>
            <a:ext cx="2770037" cy="44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2664" y="2354560"/>
            <a:ext cx="6207768" cy="44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school; attend school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9000" y="27768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380059" y="27768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122664" y="27768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class; period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9000" y="31959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80059" y="31959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122664" y="31959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attend class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89000" y="36150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80059" y="36150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122664" y="36150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 go; release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89000" y="40341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2380059" y="40341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122664" y="40341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are over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89000" y="44532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2380059" y="44532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122664" y="44532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89000" y="48723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2380059" y="48723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122664" y="48723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89000" y="5291435"/>
            <a:ext cx="151849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380059" y="5291435"/>
            <a:ext cx="2770037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 jiào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122664" y="5291435"/>
            <a:ext cx="620776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sleep; go to bed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889000" y="5828010"/>
            <a:ext cx="8282432" cy="21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Notice: 起床 uses the 走 (zǒu) radical taught last lesson — you already know 起 from Lesson 3!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55775"/>
            <a:ext cx="10668000" cy="330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2212975"/>
            <a:ext cx="95250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860675"/>
            <a:ext cx="95250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3508375"/>
            <a:ext cx="95250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4156075"/>
            <a:ext cx="95250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4803775"/>
            <a:ext cx="95250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5451475"/>
            <a:ext cx="9525000" cy="387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5940425"/>
            <a:ext cx="1917601" cy="2603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2001" y="5940425"/>
            <a:ext cx="1608733" cy="2603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53059" y="187325"/>
            <a:ext cx="120972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· 10–20 min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62000" y="835025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62000" y="1050925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· 我的一天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2000" y="1482725"/>
            <a:ext cx="106954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Six daily routine scenes, in time order.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2000" y="1755775"/>
            <a:ext cx="10695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T52 — listen once, follow along, then read chorally line by line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7100" y="2339975"/>
            <a:ext cx="598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3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625600" y="2289175"/>
            <a:ext cx="852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2000" y="2638425"/>
            <a:ext cx="9552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7100" y="2987675"/>
            <a:ext cx="598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3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625600" y="2936875"/>
            <a:ext cx="852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我六点三刻吃早饭。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2000" y="3286125"/>
            <a:ext cx="9552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7100" y="3635375"/>
            <a:ext cx="598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3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去上学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625600" y="3584575"/>
            <a:ext cx="852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我七点一刻去上学。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2000" y="3933825"/>
            <a:ext cx="9552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7100" y="4283075"/>
            <a:ext cx="598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3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625600" y="4232275"/>
            <a:ext cx="852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我们八点上课。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62000" y="4581525"/>
            <a:ext cx="9552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27100" y="4930775"/>
            <a:ext cx="598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3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25600" y="4879975"/>
            <a:ext cx="852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2000" y="5229225"/>
            <a:ext cx="9552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7100" y="5578475"/>
            <a:ext cx="598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3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625600" y="5527675"/>
            <a:ext cx="852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62000" y="5940425"/>
            <a:ext cx="1945033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What time does this person get up?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2832001" y="5940425"/>
            <a:ext cx="1636165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What time do classes finish?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79675"/>
            <a:ext cx="8890000" cy="742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349625"/>
            <a:ext cx="8890000" cy="742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219575"/>
            <a:ext cx="8890000" cy="742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5140325"/>
            <a:ext cx="10414000" cy="3492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07223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54622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1774825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092200" y="2632075"/>
            <a:ext cx="408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600200" y="2733675"/>
            <a:ext cx="80030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"eat breakfast"? Write on paper, hold it up.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2200" y="3502025"/>
            <a:ext cx="408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3603625"/>
            <a:ext cx="80030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上学 and 上课?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2200" y="4371975"/>
            <a:ext cx="408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600200" y="4473575"/>
            <a:ext cx="80030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verb pairs with 觉 to make a routine word?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9000" y="5140325"/>
            <a:ext cx="10441432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答案见下一张 · Answers on next slide →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743200"/>
            <a:ext cx="8890000" cy="7429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13150"/>
            <a:ext cx="8890000" cy="7429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483100"/>
            <a:ext cx="8890000" cy="7429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453059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89000" y="18097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89000" y="20383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— Answers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17600" y="2895600"/>
            <a:ext cx="408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625600" y="2997200"/>
            <a:ext cx="7253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"eat breakfast"?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78900" y="3009900"/>
            <a:ext cx="6243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吃早饭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17600" y="3765550"/>
            <a:ext cx="408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25600" y="3867150"/>
            <a:ext cx="536361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difference between 上学 and 上课?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8783" y="3781425"/>
            <a:ext cx="2514449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 = go to / attend school generally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 = attend a specific class / period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7600" y="4635500"/>
            <a:ext cx="408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25600" y="4737100"/>
            <a:ext cx="705063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verb pairs with 觉 to make a routine word?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75799" y="4749800"/>
            <a:ext cx="827433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睡 → 睡觉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895600"/>
            <a:ext cx="10668000" cy="1403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2500" y="2819400"/>
            <a:ext cx="1200745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8700" y="3225800"/>
            <a:ext cx="1604367" cy="8064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34667" y="3225800"/>
            <a:ext cx="1604466" cy="8064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40734" y="3225800"/>
            <a:ext cx="1604466" cy="8064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6800" y="3225800"/>
            <a:ext cx="1604367" cy="8064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52767" y="3225800"/>
            <a:ext cx="1604466" cy="8064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58834" y="3225800"/>
            <a:ext cx="1604466" cy="806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4451350"/>
            <a:ext cx="2590105" cy="2667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9105" y="4451350"/>
            <a:ext cx="2761258" cy="2667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7363" y="4451350"/>
            <a:ext cx="2587625" cy="2667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2000" y="4845050"/>
            <a:ext cx="2816920" cy="2667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453059" y="187325"/>
            <a:ext cx="185107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Character Writing · 20–43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62000" y="19240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62000" y="2139950"/>
            <a:ext cx="10695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Writing Practice · 写一写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2000" y="2571750"/>
            <a:ext cx="106954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Trace, then copy each phrase 3 times on the grid-paper worksheet. Follow the stroke order shown.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52500" y="2819400"/>
            <a:ext cx="1228177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085850" y="3333750"/>
            <a:ext cx="151749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 chuáng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85850" y="3492500"/>
            <a:ext cx="1517499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85850" y="3784600"/>
            <a:ext cx="1517499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6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2791817" y="3333750"/>
            <a:ext cx="1517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chī zǎofàn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91817" y="3492500"/>
            <a:ext cx="15175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791817" y="3784600"/>
            <a:ext cx="15175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6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97884" y="3333750"/>
            <a:ext cx="1517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qù shàngxué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497884" y="3492500"/>
            <a:ext cx="15175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去上学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497884" y="3784600"/>
            <a:ext cx="15175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6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203950" y="3333750"/>
            <a:ext cx="151749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shàngkè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203950" y="3492500"/>
            <a:ext cx="1517499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203950" y="3784600"/>
            <a:ext cx="1517499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6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7909917" y="3333750"/>
            <a:ext cx="1517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fàngxué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909917" y="3492500"/>
            <a:ext cx="15175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909917" y="3784600"/>
            <a:ext cx="15175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6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9622334" y="3340100"/>
            <a:ext cx="15048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shuìjiào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9622334" y="3498850"/>
            <a:ext cx="150489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9622334" y="3790950"/>
            <a:ext cx="150489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spc="36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× 3 ⚠️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62000" y="4451350"/>
            <a:ext cx="2617537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🔤 Scaffold: pinyin printed above each character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9105" y="4451350"/>
            <a:ext cx="2788690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Teacher models 觉 stroke order on the board first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67363" y="4451350"/>
            <a:ext cx="2615057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add pinyin + English from memory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62000" y="4845050"/>
            <a:ext cx="284435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turn-and-talk to check partner's stroke order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171700"/>
            <a:ext cx="9525000" cy="381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7350" y="24130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1E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603500"/>
            <a:ext cx="9525000" cy="381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74850" y="28448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3035300"/>
            <a:ext cx="9525000" cy="381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39850" y="32766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467100"/>
            <a:ext cx="9525000" cy="381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16100" y="37084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3898900"/>
            <a:ext cx="9525000" cy="381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98600" y="41402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4330700"/>
            <a:ext cx="9525000" cy="3810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33600" y="4572000"/>
            <a:ext cx="57150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95239" y="4813300"/>
            <a:ext cx="4064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77839" y="4813300"/>
            <a:ext cx="5080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62039" y="4813300"/>
            <a:ext cx="5080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239" y="4813300"/>
            <a:ext cx="4064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8839" y="4813300"/>
            <a:ext cx="4064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11439" y="4813300"/>
            <a:ext cx="4064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94039" y="4813300"/>
            <a:ext cx="5080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78239" y="4813300"/>
            <a:ext cx="6096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64039" y="4813300"/>
            <a:ext cx="711200" cy="2286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2000" y="5130800"/>
            <a:ext cx="2873970" cy="2349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62970" y="5130800"/>
            <a:ext cx="2364383" cy="2349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000" y="5454650"/>
            <a:ext cx="10668000" cy="2857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453059" y="187325"/>
            <a:ext cx="161304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Text 2 Cloze · 20–43 min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2000" y="12954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62000" y="1511300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Cloze Completion · 完成句子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62000" y="19177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in each blank from memory, then self-check against the projected original.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27100" y="2295525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81100" y="2247900"/>
            <a:ext cx="1551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我早上起床。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27100" y="2727325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81100" y="2679700"/>
            <a:ext cx="1551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我六点三刻。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27100" y="3159125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181100" y="3111500"/>
            <a:ext cx="1392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我去上学。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27100" y="3590925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81100" y="3543300"/>
            <a:ext cx="1392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我们八点。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27100" y="4022725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81100" y="3975100"/>
            <a:ext cx="13926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我们放学。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27100" y="4454525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181100" y="4406900"/>
            <a:ext cx="17101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我晚上九点半。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62000" y="4854575"/>
            <a:ext cx="759071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🧰 WORD BANK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595239" y="4813300"/>
            <a:ext cx="433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077839" y="4813300"/>
            <a:ext cx="535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62039" y="4813300"/>
            <a:ext cx="535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去上学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246239" y="4813300"/>
            <a:ext cx="433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3728839" y="4813300"/>
            <a:ext cx="433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211439" y="4813300"/>
            <a:ext cx="433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694039" y="4813300"/>
            <a:ext cx="535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六点半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278239" y="4813300"/>
            <a:ext cx="637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七点一刻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964039" y="4813300"/>
            <a:ext cx="738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下午三点半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62000" y="5130800"/>
            <a:ext cx="290140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rewrite all 6 sentences about YOUR OWN day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3762970" y="5130800"/>
            <a:ext cx="2391815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cold call 6 students, one sentence each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62000" y="5454650"/>
            <a:ext cx="1069543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答案见下一张 · Answers on next slide →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2432050"/>
            <a:ext cx="9525000" cy="4254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000" y="2921000"/>
            <a:ext cx="9525000" cy="4254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3409950"/>
            <a:ext cx="9525000" cy="4254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3898900"/>
            <a:ext cx="9525000" cy="4254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4387850"/>
            <a:ext cx="9525000" cy="4254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4876800"/>
            <a:ext cx="9525000" cy="425450"/>
          </a:xfrm>
          <a:prstGeom prst="roundRect">
            <a:avLst/>
          </a:prstGeom>
          <a:solidFill>
            <a:srgbClr val="F6F2E8"/>
          </a:solidFill>
          <a:ln w="2540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53059" y="187325"/>
            <a:ext cx="124147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Cloze · Answers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62000" y="173355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2000" y="1949450"/>
            <a:ext cx="1069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2 Cloze Completion — Answers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2500" y="2578100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206500" y="2520950"/>
            <a:ext cx="157048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52500" y="3067050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206500" y="3009900"/>
            <a:ext cx="157048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我六点三刻吃早饭。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52500" y="3556000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06500" y="3498850"/>
            <a:ext cx="157048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我七点一刻去上学。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52500" y="4044950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206500" y="3987800"/>
            <a:ext cx="122758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我们八点上课。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52500" y="4533900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206500" y="4476750"/>
            <a:ext cx="17419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52500" y="5022850"/>
            <a:ext cx="1798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D4756B">
                    <a:alpha val="1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206500" y="4965700"/>
            <a:ext cx="157048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26545" y="2984500"/>
            <a:ext cx="4938911" cy="4699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9452" y="3683000"/>
            <a:ext cx="3493095" cy="10096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87402" y="4870450"/>
            <a:ext cx="3408164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22566" y="4870450"/>
            <a:ext cx="3881934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53059" y="187325"/>
            <a:ext cx="221927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Build Your Own Sentence · 20–43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62000" y="18923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5 MIN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2000" y="2120900"/>
            <a:ext cx="10695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Build-Your-Own Sentence · 自己写句子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62000" y="2609850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new sentence (not from Text 2) — a time-of-day word + clock time + a routine verb.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79180" y="3108325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3809" y="3108325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76913" y="3108325"/>
            <a:ext cx="125460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6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8052" y="3835400"/>
            <a:ext cx="306332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8052" y="4025900"/>
            <a:ext cx="3063327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我下午四点半吃早饭。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8052" y="4387850"/>
            <a:ext cx="306332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silly one is fine for fun — or write a realistic one about yourself!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87402" y="4870450"/>
            <a:ext cx="3435596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add a second clause with 我们, e.g. 我们八点上课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22566" y="4870450"/>
            <a:ext cx="3909366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OTR: partner swap — read aloud, thumbs up/down if it makes sense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60600" y="3168650"/>
            <a:ext cx="1587500" cy="425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38400" y="3298825"/>
            <a:ext cx="165100" cy="165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62400" y="3168650"/>
            <a:ext cx="1866900" cy="425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40200" y="3298825"/>
            <a:ext cx="165100" cy="165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3168650"/>
            <a:ext cx="1866900" cy="425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1400" y="3298825"/>
            <a:ext cx="165100" cy="165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24800" y="3168650"/>
            <a:ext cx="2006600" cy="425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02600" y="3298825"/>
            <a:ext cx="165100" cy="165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71950" y="3708400"/>
            <a:ext cx="1866900" cy="425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9750" y="3838575"/>
            <a:ext cx="165100" cy="165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53150" y="3708400"/>
            <a:ext cx="1866900" cy="425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30950" y="3838575"/>
            <a:ext cx="165100" cy="1651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9971" y="4629150"/>
            <a:ext cx="2812058" cy="3175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53059" y="187325"/>
            <a:ext cx="199097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Sequence the Scenes · 20–43 min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654179" y="2089150"/>
            <a:ext cx="91097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75683" y="2317750"/>
            <a:ext cx="4468066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Sequence the Scenes · 排排看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974181" y="2794000"/>
            <a:ext cx="627097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team gets 6 shuffled strips. Race to lay them on your desk in the correct time order. First correct team wins!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438400" y="329882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692400" y="3282950"/>
            <a:ext cx="10053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我们八点上课。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40200" y="329882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394200" y="3282950"/>
            <a:ext cx="1284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21400" y="329882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375400" y="3282950"/>
            <a:ext cx="1284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02600" y="329882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356600" y="3282950"/>
            <a:ext cx="14244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49750" y="383857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603750" y="3822700"/>
            <a:ext cx="1284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我六点三刻吃早饭。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30950" y="383857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584950" y="3822700"/>
            <a:ext cx="12847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我七点一刻去上学。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64185" y="4311650"/>
            <a:ext cx="1388118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correct team wins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28071" y="4311650"/>
            <a:ext cx="2116185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📐 6 strips per team, printed in advance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020024" y="4311650"/>
            <a:ext cx="2035123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🪑 Enough desk space to lay them out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89971" y="4629150"/>
            <a:ext cx="2839490" cy="3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🔒 正确顺序见下一张 · Correct order on next slide →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25850" y="3648075"/>
            <a:ext cx="558800" cy="584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16648" y="3762375"/>
            <a:ext cx="177105" cy="133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51350" y="3648075"/>
            <a:ext cx="685800" cy="584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7235" y="3762375"/>
            <a:ext cx="173930" cy="133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03850" y="3648075"/>
            <a:ext cx="685800" cy="584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0926" y="3762375"/>
            <a:ext cx="171648" cy="133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6350" y="3648075"/>
            <a:ext cx="558800" cy="584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743" y="3762375"/>
            <a:ext cx="175915" cy="133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81850" y="3648075"/>
            <a:ext cx="558800" cy="584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70465" y="3762375"/>
            <a:ext cx="181471" cy="133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7350" y="3648075"/>
            <a:ext cx="558800" cy="584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97255" y="3762375"/>
            <a:ext cx="178991" cy="1333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453059" y="187325"/>
            <a:ext cx="81076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Answers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654179" y="2803525"/>
            <a:ext cx="91097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54698" y="3032125"/>
            <a:ext cx="3710035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Order · 正确顺序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16648" y="3762375"/>
            <a:ext cx="20453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78250" y="393382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48150" y="3838575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07235" y="3762375"/>
            <a:ext cx="20136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603750" y="3933825"/>
            <a:ext cx="408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00650" y="3838575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0926" y="3762375"/>
            <a:ext cx="19908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5556250" y="3933825"/>
            <a:ext cx="408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去上学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53150" y="3838575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47743" y="3762375"/>
            <a:ext cx="20334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508750" y="393382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78650" y="3838575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0465" y="3762375"/>
            <a:ext cx="20890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7334250" y="393382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04150" y="3838575"/>
            <a:ext cx="1671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97255" y="3762375"/>
            <a:ext cx="20642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159750" y="3933825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19709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02905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882305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161705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498255"/>
            <a:ext cx="6807200" cy="972741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623395"/>
            <a:ext cx="6883400" cy="7302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712141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起居动词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53059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39640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625005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89000" y="2304455"/>
            <a:ext cx="82824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117600" y="3650655"/>
            <a:ext cx="6377432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7600" y="3891955"/>
            <a:ext cx="6377432" cy="4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the routine verb you're most confident writing, and one you still need practice with.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55700" y="4788495"/>
            <a:ext cx="4968228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55700" y="4934545"/>
            <a:ext cx="496822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sentence: what time do YOU get up? (Use 起床.)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9000" y="5467945"/>
            <a:ext cx="642985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733153" y="5467945"/>
            <a:ext cx="843109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777430" y="5467945"/>
            <a:ext cx="69646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67670" y="3712766"/>
            <a:ext cx="5656560" cy="11938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97054" y="1519634"/>
            <a:ext cx="625225" cy="907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4563666" y="2484834"/>
            <a:ext cx="3092101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706416" y="3011884"/>
            <a:ext cx="4806502" cy="465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write your daily routine and describe a whole day in Chinese.</a:t>
            </a:r>
            <a:endParaRPr lang="en-US" sz="11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起床 uses the 走 radical!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585170" y="3928666"/>
            <a:ext cx="504899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585170" y="4106466"/>
            <a:ext cx="504899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Asking About Routines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585170" y="4506516"/>
            <a:ext cx="504899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你几点起床？ — turn your sentences into questions to ask a classmate about their 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58419" y="5109766"/>
            <a:ext cx="4502495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起床 / 吃早饭 / 去上学 / 上课 / 放学 / 睡觉 + a time = a whole day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asking a classmate about THEIR routine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2026-07-20T00:30:50Z</dcterms:created>
  <dcterms:modified xsi:type="dcterms:W3CDTF">2026-07-20T00:30:50Z</dcterms:modified>
</cp:coreProperties>
</file>