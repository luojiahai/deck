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13201" y="1830685"/>
            <a:ext cx="1028700" cy="50800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C894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49901" y="1830685"/>
            <a:ext cx="1028700" cy="508000"/>
          </a:xfrm>
          <a:prstGeom prst="round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C894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9013" y="4938316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9086" y="4938316"/>
            <a:ext cx="25400" cy="254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5041900"/>
            <a:ext cx="2197100" cy="2197100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E5DF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3201" y="1830685"/>
            <a:ext cx="105613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我…。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68901" y="1891010"/>
            <a:ext cx="281432" cy="40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901" y="1830685"/>
            <a:ext cx="105613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你…？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5911" y="2592685"/>
            <a:ext cx="4627511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spc="20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· Y7 UNIT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5911" y="3287316"/>
            <a:ext cx="4627511" cy="85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陈述 ⇆ 疑问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795911" y="4176316"/>
            <a:ext cx="4627511" cy="310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spc="64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Patterns · Statements &amp; Questions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2927" y="4874816"/>
            <a:ext cx="791119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76813" y="4874816"/>
            <a:ext cx="437305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16886" y="4874816"/>
            <a:ext cx="101942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spc="48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Writing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2917825"/>
            <a:ext cx="3496667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0765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7567" y="2917825"/>
            <a:ext cx="3496766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74567" y="30765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33234" y="2917825"/>
            <a:ext cx="3496766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0234" y="30765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540125"/>
            <a:ext cx="3496667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9000" y="36988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7567" y="3540125"/>
            <a:ext cx="3496766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4567" y="36988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3234" y="3540125"/>
            <a:ext cx="3496766" cy="5334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0234" y="3698875"/>
            <a:ext cx="215900" cy="21590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200525"/>
            <a:ext cx="10668000" cy="5969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53927" y="187325"/>
            <a:ext cx="85015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2000" y="1952625"/>
            <a:ext cx="10695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2000" y="2155825"/>
            <a:ext cx="10695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Recall Lesson 4 · 回顾第四课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62000" y="2600325"/>
            <a:ext cx="106954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English — write the Chinese verb, hold it up! 老师说英文，写出中文，举起来！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000" y="30765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93800" y="3019425"/>
            <a:ext cx="74488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up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93800" y="3222625"/>
            <a:ext cx="744883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474567" y="30765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9367" y="3019425"/>
            <a:ext cx="82842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eat breakfast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9367" y="3222625"/>
            <a:ext cx="828425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60234" y="30765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65034" y="3019425"/>
            <a:ext cx="78020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5034" y="3222625"/>
            <a:ext cx="780205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89000" y="36988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93800" y="3641725"/>
            <a:ext cx="768497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attend class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93800" y="3844925"/>
            <a:ext cx="768497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474567" y="36988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79367" y="3641725"/>
            <a:ext cx="1001859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classes are over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9367" y="3844925"/>
            <a:ext cx="100185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60234" y="3698875"/>
            <a:ext cx="2433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65034" y="3641725"/>
            <a:ext cx="74488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bed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65034" y="3844925"/>
            <a:ext cx="744883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52500" y="4349750"/>
            <a:ext cx="2306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70000" y="4327525"/>
            <a:ext cx="4136477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Recite Text 2 — no peeking!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70000" y="4537075"/>
            <a:ext cx="4136477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 students to recite all six Text 2 sentences from memory · choral fallback if needed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62000" y="4911725"/>
            <a:ext cx="10695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「You can describe YOUR day. Today you learn to ask someone else about THEIRS — and describe a stranger's day just from a picture.」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540000"/>
            <a:ext cx="8693150" cy="971550"/>
          </a:xfrm>
          <a:prstGeom prst="rect">
            <a:avLst/>
          </a:prstGeom>
          <a:solidFill>
            <a:srgbClr val="C8943E">
              <a:alpha val="12000"/>
            </a:srgbClr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76555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436245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4959350"/>
            <a:ext cx="228600" cy="228600"/>
          </a:xfrm>
          <a:prstGeom prst="round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53927" y="187325"/>
            <a:ext cx="224407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89000" y="158115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9000" y="1809750"/>
            <a:ext cx="10441432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23950" y="2692400"/>
            <a:ext cx="82824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23950" y="2851150"/>
            <a:ext cx="8282432" cy="52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turn a daily-routine statement into a question, and answer it about ourselves or someone else.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9000" y="376555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19200" y="3768725"/>
            <a:ext cx="4512616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daily-routine statement using 我/我们 + time + verb.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93800" y="409575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用我/我们说日常起居句子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000" y="436245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19200" y="4365625"/>
            <a:ext cx="319866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 daily-routine question using 几点.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93800" y="469265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用几点提问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000" y="495935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19200" y="4962525"/>
            <a:ext cx="4627114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someone else's routine from a picture using 他/她.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3800" y="5289550"/>
            <a:ext cx="79776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用他/她描述日常起居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500" y="2232025"/>
            <a:ext cx="10541000" cy="501650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0845" y="2333625"/>
            <a:ext cx="457200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500" y="2936875"/>
            <a:ext cx="484882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74320" y="2936875"/>
            <a:ext cx="569218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5500" y="3260725"/>
            <a:ext cx="4848820" cy="466725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74320" y="3260725"/>
            <a:ext cx="5692180" cy="466725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500" y="3727450"/>
            <a:ext cx="4848820" cy="463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74320" y="3727450"/>
            <a:ext cx="5692180" cy="463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500" y="4191000"/>
            <a:ext cx="4848820" cy="463550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74320" y="4191000"/>
            <a:ext cx="5692180" cy="463550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500" y="4654550"/>
            <a:ext cx="4848820" cy="463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4320" y="4654550"/>
            <a:ext cx="5692180" cy="463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500" y="5118100"/>
            <a:ext cx="4848820" cy="463550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74320" y="5118100"/>
            <a:ext cx="5692180" cy="463550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53927" y="187325"/>
            <a:ext cx="181972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Statement Patterns · 10–20 min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5500" y="1450975"/>
            <a:ext cx="10568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SENTENCE PATTERNS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5500" y="1666875"/>
            <a:ext cx="10568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Statements · 陈述句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89050" y="2384425"/>
            <a:ext cx="83391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53009" y="2384425"/>
            <a:ext cx="111768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00845" y="2333625"/>
            <a:ext cx="484632" cy="31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21545" y="2384425"/>
            <a:ext cx="111768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5500" y="2936875"/>
            <a:ext cx="4876252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54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74320" y="2936875"/>
            <a:ext cx="5719612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54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5500" y="3260725"/>
            <a:ext cx="4876252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我早上X点起床。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74320" y="3260725"/>
            <a:ext cx="5719612" cy="48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get up at X in the morning.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5500" y="3727450"/>
            <a:ext cx="487625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我X点一刻去上学。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74320" y="3727450"/>
            <a:ext cx="571961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go to school at quarter past X.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5500" y="4191000"/>
            <a:ext cx="487625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我们X点上课。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74320" y="4191000"/>
            <a:ext cx="571961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attend class at X.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5500" y="4654550"/>
            <a:ext cx="487625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我们下午X点半放学。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74320" y="4654550"/>
            <a:ext cx="571961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Classes finish at half past X in the afternoon.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5500" y="5118100"/>
            <a:ext cx="487625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我晚上X点半睡觉。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674320" y="5118100"/>
            <a:ext cx="5719612" cy="48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go to bed at half past X in the evening.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500" y="2647950"/>
            <a:ext cx="2938859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37359" y="2647950"/>
            <a:ext cx="2712839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B66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500" y="2971800"/>
            <a:ext cx="2938859" cy="422275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37359" y="2971800"/>
            <a:ext cx="2712839" cy="422275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8500" y="3394075"/>
            <a:ext cx="2938859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7359" y="3394075"/>
            <a:ext cx="2712839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500" y="3813175"/>
            <a:ext cx="2938859" cy="514350"/>
          </a:xfrm>
          <a:prstGeom prst="rect">
            <a:avLst/>
          </a:prstGeom>
          <a:solidFill>
            <a:srgbClr val="F6F2E8"/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7359" y="3813175"/>
            <a:ext cx="2712839" cy="514350"/>
          </a:xfrm>
          <a:prstGeom prst="rect">
            <a:avLst/>
          </a:prstGeom>
          <a:solidFill>
            <a:srgbClr val="F6F2E8"/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500" y="4327525"/>
            <a:ext cx="2938859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7359" y="4327525"/>
            <a:ext cx="2712839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5B66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500" y="4851400"/>
            <a:ext cx="2152551" cy="23495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78798" y="2647950"/>
            <a:ext cx="4914602" cy="97026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8798" y="3732510"/>
            <a:ext cx="4914602" cy="5588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53927" y="187325"/>
            <a:ext cx="1757609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Question Patterns · 10–20 min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98500" y="1949450"/>
            <a:ext cx="10822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SENTENCE PATTERNS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8500" y="2152650"/>
            <a:ext cx="108224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Questions · 疑问句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98500" y="2647950"/>
            <a:ext cx="2966291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54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37359" y="2647950"/>
            <a:ext cx="2740271" cy="34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54" kern="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8500" y="2971800"/>
            <a:ext cx="2966291" cy="44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你早上几点起床？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37359" y="2971800"/>
            <a:ext cx="2740271" cy="44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get up in the morning?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8500" y="3394075"/>
            <a:ext cx="2966291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你几点吃早饭？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37359" y="3394075"/>
            <a:ext cx="2740271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eat breakfast?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8500" y="3813175"/>
            <a:ext cx="2966291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你们下午几点放学？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37359" y="3813175"/>
            <a:ext cx="2740271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(pl.) finish school in the afternoon?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8500" y="4327525"/>
            <a:ext cx="2966291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你几点睡觉？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37359" y="4327525"/>
            <a:ext cx="2740271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go to bed?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8500" y="4851400"/>
            <a:ext cx="2179983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 Model 2–3 Q&amp;A pairs live with the class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56598" y="2787650"/>
            <a:ext cx="4586434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THINK-ALOUD · 转换思路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756598" y="2971800"/>
            <a:ext cx="4586434" cy="20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Replace the exact time with 几点, and move 你 into the 我 spot.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45400" y="3249910"/>
            <a:ext cx="12466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我早上六点半起床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53500" y="3243560"/>
            <a:ext cx="19253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07500" y="3249910"/>
            <a:ext cx="12466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你早上几点起床？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43898" y="3846810"/>
            <a:ext cx="192532" cy="2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97898" y="3846810"/>
            <a:ext cx="3871464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他/她 — describing someone else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97898" y="4043660"/>
            <a:ext cx="387146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他早上七点起床。 Only the pronoun changes — the rest of the sentence stays the same!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451100"/>
            <a:ext cx="9525000" cy="6350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3187700"/>
            <a:ext cx="9525000" cy="6350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924300"/>
            <a:ext cx="9525000" cy="781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8209" y="4051300"/>
            <a:ext cx="585291" cy="527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" y="4857750"/>
            <a:ext cx="10414000" cy="3175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53927" y="187325"/>
            <a:ext cx="207223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9000" y="1593850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9000" y="1822450"/>
            <a:ext cx="10441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79500" y="2578100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62100" y="2657475"/>
            <a:ext cx="86888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this into a question: 我们下午三点半放学。 Write it on paper, hold it up!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9500" y="3314700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62100" y="3394075"/>
            <a:ext cx="868883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this question: 你几点起床几点？ — cold call!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9500" y="4124325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62100" y="4203700"/>
            <a:ext cx="7976541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picture — make a sentence! Write it and hold it up.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77909" y="4127500"/>
            <a:ext cx="33332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77909" y="4349750"/>
            <a:ext cx="33332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7:00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1400" y="4933950"/>
            <a:ext cx="2226417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000" y="5276850"/>
            <a:ext cx="136807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Write on paper, hold it up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82044" y="5276850"/>
            <a:ext cx="874264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 Cold call for #2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692275"/>
            <a:ext cx="10414000" cy="18415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2822575"/>
            <a:ext cx="9525000" cy="6350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559175"/>
            <a:ext cx="9525000" cy="6350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4295775"/>
            <a:ext cx="9525000" cy="7810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6009" y="4422775"/>
            <a:ext cx="585291" cy="527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53927" y="187325"/>
            <a:ext cx="104482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9000" y="1692275"/>
            <a:ext cx="10441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89000" y="1965325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89000" y="2193925"/>
            <a:ext cx="10441432" cy="456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79500" y="2949575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62100" y="3028950"/>
            <a:ext cx="747598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this into a question: 我们下午三点半放学。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37650" y="3054350"/>
            <a:ext cx="111328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你们下午几点放学？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9500" y="3686175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62100" y="3765550"/>
            <a:ext cx="6739382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this question: 你几点起床几点？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1050" y="3721100"/>
            <a:ext cx="9418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你几点起床几点？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78950" y="3736975"/>
            <a:ext cx="12268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537700" y="3721100"/>
            <a:ext cx="7132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01050" y="3911600"/>
            <a:ext cx="184988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used twice — should only appear once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79500" y="4495800"/>
            <a:ext cx="3830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8943E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62100" y="4575175"/>
            <a:ext cx="6884341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picture — make a sentence!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5709" y="4498975"/>
            <a:ext cx="333323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5709" y="4721225"/>
            <a:ext cx="333323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7:00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4600575"/>
            <a:ext cx="9926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她早上七点起床。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9000" y="5178425"/>
            <a:ext cx="180801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Compare with your written answer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3714" y="2362200"/>
            <a:ext cx="1106587" cy="234950"/>
          </a:xfrm>
          <a:prstGeom prst="roundRect">
            <a:avLst/>
          </a:prstGeom>
          <a:solidFill>
            <a:srgbClr val="3A7D8C">
              <a:alpha val="10000"/>
            </a:srgbClr>
          </a:solidFill>
          <a:ln w="6350">
            <a:solidFill>
              <a:srgbClr val="3A7D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96501" y="2355850"/>
            <a:ext cx="596999" cy="2476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91000" y="3502025"/>
            <a:ext cx="1619250" cy="527050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3750" y="3616325"/>
            <a:ext cx="444500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1750" y="3502025"/>
            <a:ext cx="1619250" cy="527050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94500" y="3616325"/>
            <a:ext cx="444500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A7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8500" y="4244975"/>
            <a:ext cx="3539034" cy="5905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6434" y="4244975"/>
            <a:ext cx="3539034" cy="5905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4367" y="4244975"/>
            <a:ext cx="3539034" cy="5905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53927" y="187325"/>
            <a:ext cx="218395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Sentence-Frame Practice · 20–28 min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98500" y="2276475"/>
            <a:ext cx="4763837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Guided Sentence-Frame Practice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13714" y="2362200"/>
            <a:ext cx="1134019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896501" y="2355850"/>
            <a:ext cx="624431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8500" y="2822575"/>
            <a:ext cx="10822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the sentence-frame handout, convert 4 given statements into questions and vice versa. Check each with a partner before the teacher reveals the answer.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8500" y="3152775"/>
            <a:ext cx="108224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frame boxes show exactly where 几点 and the pronoun go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91000" y="3502025"/>
            <a:ext cx="1646682" cy="54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我时间动词。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8050" y="3600450"/>
            <a:ext cx="243332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⇆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81750" y="3502025"/>
            <a:ext cx="1646682" cy="54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你几点动词？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4321175"/>
            <a:ext cx="3337866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40734" y="4321175"/>
            <a:ext cx="3337866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068667" y="4321175"/>
            <a:ext cx="3337866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50474" y="1504950"/>
            <a:ext cx="1469827" cy="23495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96501" y="1498600"/>
            <a:ext cx="596999" cy="2476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5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79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73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67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61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55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94900" y="2320925"/>
            <a:ext cx="1498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500" y="2930525"/>
            <a:ext cx="5308600" cy="19812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650" y="3489325"/>
            <a:ext cx="4940300" cy="400050"/>
          </a:xfrm>
          <a:prstGeom prst="rect">
            <a:avLst/>
          </a:prstGeom>
          <a:solidFill>
            <a:srgbClr val="EDE7D7"/>
          </a:solidFill>
          <a:ln w="31750">
            <a:solidFill>
              <a:srgbClr val="1E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650" y="4162425"/>
            <a:ext cx="165100" cy="1651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650" y="4381500"/>
            <a:ext cx="165100" cy="1651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650" y="4600575"/>
            <a:ext cx="165100" cy="1651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4900" y="2930525"/>
            <a:ext cx="5308600" cy="198120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9050" y="3489325"/>
            <a:ext cx="165100" cy="1651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9050" y="3705225"/>
            <a:ext cx="165100" cy="165100"/>
          </a:xfrm>
          <a:prstGeom prst="roundRect">
            <a:avLst/>
          </a:prstGeom>
          <a:solidFill>
            <a:srgbClr val="D4756B"/>
          </a:solidFill>
          <a:ln w="12700">
            <a:solidFill>
              <a:srgbClr val="D4756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500" y="5102225"/>
            <a:ext cx="5353050" cy="5905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0450" y="5102225"/>
            <a:ext cx="5353050" cy="59055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53927" y="187325"/>
            <a:ext cx="2129580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Ex7 Picture Description · 28–36 min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8500" y="1419225"/>
            <a:ext cx="4821682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Ex7 Picture Description · 看图说话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50474" y="1504950"/>
            <a:ext cx="1497259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Oral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896501" y="1498600"/>
            <a:ext cx="624431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8500" y="1965325"/>
            <a:ext cx="10822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7 daily-routine scenes (p.83, time shown in corner). In pairs, take turns describing each scene aloud. Partner listens and gives a thumbs up/down on correctness.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6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354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848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42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836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33000" y="2397125"/>
            <a:ext cx="14498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650" y="3216275"/>
            <a:ext cx="4967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Frame · 句型框架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2650" y="3489325"/>
            <a:ext cx="4967732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 + [时间段] + [时间] + [动词]。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2650" y="3940175"/>
            <a:ext cx="4967732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他早上七点起床。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82650" y="4162425"/>
            <a:ext cx="1925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82650" y="4381500"/>
            <a:ext cx="1925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82650" y="4600575"/>
            <a:ext cx="1925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369050" y="3216275"/>
            <a:ext cx="4967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69050" y="3489325"/>
            <a:ext cx="1925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📸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369050" y="3705225"/>
            <a:ext cx="1925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12800" y="5178425"/>
            <a:ext cx="51518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254750" y="5178425"/>
            <a:ext cx="51518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0741" y="809625"/>
            <a:ext cx="513060" cy="234950"/>
          </a:xfrm>
          <a:prstGeom prst="roundRect">
            <a:avLst/>
          </a:prstGeom>
          <a:solidFill>
            <a:srgbClr val="D4756B">
              <a:alpha val="10000"/>
            </a:srgbClr>
          </a:solidFill>
          <a:ln w="6350">
            <a:solidFill>
              <a:srgbClr val="D47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60001" y="803275"/>
            <a:ext cx="596999" cy="247650"/>
          </a:xfrm>
          <a:prstGeom prst="roundRect">
            <a:avLst/>
          </a:prstGeom>
          <a:solidFill>
            <a:srgbClr val="F6F2E8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000" y="1492250"/>
            <a:ext cx="3572867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400" y="2094210"/>
            <a:ext cx="3268067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9467" y="1492250"/>
            <a:ext cx="3572966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1867" y="2094210"/>
            <a:ext cx="3268166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84034" y="1492250"/>
            <a:ext cx="3572966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6434" y="2094210"/>
            <a:ext cx="3268166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" y="3692525"/>
            <a:ext cx="3572867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400" y="4294485"/>
            <a:ext cx="3268067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9467" y="3692525"/>
            <a:ext cx="3572966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1867" y="4294485"/>
            <a:ext cx="3268166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4034" y="3692525"/>
            <a:ext cx="3572966" cy="2098675"/>
          </a:xfrm>
          <a:prstGeom prst="roundRect">
            <a:avLst/>
          </a:prstGeom>
          <a:solidFill>
            <a:srgbClr val="D4756B">
              <a:alpha val="7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6434" y="4294485"/>
            <a:ext cx="3268166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000" y="5892800"/>
            <a:ext cx="10922000" cy="279400"/>
          </a:xfrm>
          <a:prstGeom prst="roundRect">
            <a:avLst/>
          </a:prstGeom>
          <a:solidFill>
            <a:srgbClr val="D4756B">
              <a:alpha val="10000"/>
            </a:srgbClr>
          </a:solidFill>
          <a:ln w="12700">
            <a:solidFill>
              <a:srgbClr val="D475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53927" y="187325"/>
            <a:ext cx="1923701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Correct the Teacher · 36–43 min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5000" y="723900"/>
            <a:ext cx="4636143" cy="424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Teacher! · 我来考老师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370741" y="809625"/>
            <a:ext cx="540492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60001" y="803275"/>
            <a:ext cx="624431" cy="26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5000" y="1219200"/>
            <a:ext cx="10949432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 below has a mistake. Work with your partner to spot it and write the correction — a representative from each pair will read it out.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7400" y="1619250"/>
            <a:ext cx="329549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787400" y="1790700"/>
            <a:ext cx="3295499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你们几点下午放学？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87400" y="2214860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309688" y="2173585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61867" y="1619250"/>
            <a:ext cx="32955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461867" y="1790700"/>
            <a:ext cx="3295598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我早上六点半起了床。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61867" y="2214860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984155" y="2173585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6434" y="1619250"/>
            <a:ext cx="32955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136434" y="1790700"/>
            <a:ext cx="3295598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他晚上上午睡觉。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136434" y="2214860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658721" y="2173585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7400" y="3819525"/>
            <a:ext cx="3295499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787400" y="3990975"/>
            <a:ext cx="3295499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你几点几点吃早饭？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87400" y="4415135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309688" y="4373860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61867" y="3819525"/>
            <a:ext cx="32955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461867" y="3990975"/>
            <a:ext cx="3295598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我们下午三点半上学。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461867" y="4415135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984155" y="4373860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36434" y="3819525"/>
            <a:ext cx="32955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6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8136434" y="3990975"/>
            <a:ext cx="3295598" cy="25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她早上七点半上课上学。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136434" y="4415135"/>
            <a:ext cx="498920" cy="11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5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→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8658721" y="4373860"/>
            <a:ext cx="535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你来写…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4700" y="5956300"/>
            <a:ext cx="1982141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5000" y="6261100"/>
            <a:ext cx="1094943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pairs just need paper and pen — no other materials needed.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3977" y="812800"/>
            <a:ext cx="1013023" cy="184150"/>
          </a:xfrm>
          <a:prstGeom prst="roundRect">
            <a:avLst/>
          </a:prstGeom>
          <a:solidFill>
            <a:srgbClr val="3A7D8C"/>
          </a:solidFill>
          <a:ln w="12700">
            <a:solidFill>
              <a:srgbClr val="3A7D8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187450"/>
            <a:ext cx="5416550" cy="1674217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0450" y="1187450"/>
            <a:ext cx="5416550" cy="1674217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000" y="2950567"/>
            <a:ext cx="5416550" cy="1674316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0450" y="2950567"/>
            <a:ext cx="5416550" cy="1674316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000" y="4713784"/>
            <a:ext cx="5416550" cy="1674316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0450" y="4713784"/>
            <a:ext cx="5416550" cy="1674316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53927" y="187325"/>
            <a:ext cx="1836884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Correct the Teacher · Answers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5000" y="723900"/>
            <a:ext cx="4147094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Correct the Teacher — Answers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43977" y="812800"/>
            <a:ext cx="1040455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74700" y="1276350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1 · WORD ORDER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74700" y="1422400"/>
            <a:ext cx="1284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你们几点下午放学？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20900" y="1438275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24100" y="1422400"/>
            <a:ext cx="1284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你们下午几点放学？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4700" y="1657350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 (time-of-day) comes before 几点 — not after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80150" y="1276350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2 · WRONG VERB FORM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280150" y="1422400"/>
            <a:ext cx="14244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我早上六点半起了床。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6050" y="1438275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69250" y="1422400"/>
            <a:ext cx="1284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我早上六点半起床。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0150" y="1657350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 is the fixed verb — not 起了床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74700" y="3039467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3 · DUPLICATE TIME-OF-DAY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774700" y="3185517"/>
            <a:ext cx="11450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他晚上上午睡觉。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81200" y="3201392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84400" y="3185517"/>
            <a:ext cx="8656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他晚上睡觉。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4700" y="3420467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time-of-day words — remove 上午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80150" y="3039467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4 · 几点 DUPLICATED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280150" y="3185517"/>
            <a:ext cx="1284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你几点几点吃早饭？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26350" y="3201392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29550" y="3185517"/>
            <a:ext cx="10053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你几点吃早饭？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0150" y="3420467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should only appear once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74700" y="4802684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5 · WRONG VERB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74700" y="4948734"/>
            <a:ext cx="14244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我们下午三点半上学。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60600" y="4964609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3800" y="4948734"/>
            <a:ext cx="14244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我们下午三点半放学。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4700" y="5183684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Classes ENDING — should be 放学, not 上学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80150" y="4802684"/>
            <a:ext cx="5164582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spc="60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6 · TWO VERBS COMBINED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280150" y="4948734"/>
            <a:ext cx="15641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她早上七点半上课上学。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5750" y="4964609"/>
            <a:ext cx="141732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08950" y="4948734"/>
            <a:ext cx="1284732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她早上七点半上课。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80150" y="5183684"/>
            <a:ext cx="516458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Only ONE verb — 上课 or 上学, not both together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FEFCF7">
              <a:alpha val="92000"/>
            </a:srgbClr>
          </a:solidFill>
          <a:ln w="6350">
            <a:solidFill>
              <a:srgbClr val="1E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577" y="190500"/>
            <a:ext cx="6350" cy="127000"/>
          </a:xfrm>
          <a:prstGeom prst="rect">
            <a:avLst/>
          </a:prstGeom>
          <a:solidFill>
            <a:srgbClr val="E5DFD0"/>
          </a:solidFill>
          <a:ln w="12700">
            <a:solidFill>
              <a:srgbClr val="E5DF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00" y="0"/>
            <a:ext cx="11176000" cy="25400"/>
          </a:xfrm>
          <a:prstGeom prst="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581275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2835275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3089275"/>
            <a:ext cx="63500" cy="63500"/>
          </a:xfrm>
          <a:prstGeom prst="roundRect">
            <a:avLst/>
          </a:prstGeom>
          <a:solidFill>
            <a:srgbClr val="C8943E"/>
          </a:solidFill>
          <a:ln w="12700">
            <a:solidFill>
              <a:srgbClr val="C8943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000" y="3355975"/>
            <a:ext cx="6731000" cy="609600"/>
          </a:xfrm>
          <a:prstGeom prst="round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000" y="4079875"/>
            <a:ext cx="6781800" cy="1155700"/>
          </a:xfrm>
          <a:prstGeom prst="roundRect">
            <a:avLst/>
          </a:prstGeom>
          <a:solidFill>
            <a:srgbClr val="C8943E">
              <a:alpha val="12000"/>
            </a:srgbClr>
          </a:solidFill>
          <a:ln w="12700">
            <a:solidFill>
              <a:srgbClr val="C89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900" y="4638675"/>
            <a:ext cx="2349500" cy="444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5CE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521450"/>
            <a:ext cx="12192000" cy="33655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E5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000" y="190500"/>
            <a:ext cx="513009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spc="84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句型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53927" y="187325"/>
            <a:ext cx="983008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89000" y="1533525"/>
            <a:ext cx="10441432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112" kern="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89000" y="1749425"/>
            <a:ext cx="10441432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回顾与反思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89000" y="2308225"/>
            <a:ext cx="7647432" cy="13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79500" y="3470275"/>
            <a:ext cx="6377432" cy="177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spc="45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📋 Self-Assessment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9500" y="3667125"/>
            <a:ext cx="6377432" cy="2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paper: Write ONE question you can now ask a classmate about their routine.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4900" y="4232275"/>
            <a:ext cx="6211836" cy="1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spc="65" kern="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04900" y="4365625"/>
            <a:ext cx="6211836" cy="24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question asking what time someone goes to bed, and answer it for yourself.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4900" y="4638675"/>
            <a:ext cx="2376932" cy="462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Q: _____________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 _____________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000" y="5337175"/>
            <a:ext cx="466574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Got it!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18642" y="5337175"/>
            <a:ext cx="796576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78286" y="5337175"/>
            <a:ext cx="1099987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more practice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8000" y="6638925"/>
            <a:ext cx="1161998" cy="12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spc="36" kern="0" dirty="0">
                <a:solidFill>
                  <a:srgbClr val="8B94A3">
                    <a:alpha val="5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1000" y="3611166"/>
            <a:ext cx="6350000" cy="1377950"/>
          </a:xfrm>
          <a:prstGeom prst="roundRect">
            <a:avLst/>
          </a:prstGeom>
          <a:solidFill>
            <a:srgbClr val="3A7D8C">
              <a:alpha val="10000"/>
            </a:srgbClr>
          </a:solidFill>
          <a:ln w="12700">
            <a:solidFill>
              <a:srgbClr val="3A7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7054" y="1418034"/>
            <a:ext cx="625225" cy="90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563666" y="2383234"/>
            <a:ext cx="3092101" cy="4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0309" y="2910284"/>
            <a:ext cx="3458714" cy="465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turn a routine statement into a question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and describe someone else's day too.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38500" y="3827066"/>
            <a:ext cx="574243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spc="70" kern="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38500" y="4004866"/>
            <a:ext cx="5742432" cy="380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听力：上午/下午 + 运动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38500" y="4404916"/>
            <a:ext cx="574243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for a.m. vs p.m., and combine your routine sentences with sports you already know how to say.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20369" y="5192316"/>
            <a:ext cx="3778595" cy="4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陈述句 (statements) ⇆ 疑问句 (questions) via 几点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a.m./p.m. listening + 运动 sports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deck.liyu.dev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classroom lesson slides</dc:subject>
  <dc:creator>deck.liyu.dev</dc:creator>
  <cp:lastModifiedBy>deck.liyu.dev</cp:lastModifiedBy>
  <cp:revision>1</cp:revision>
  <dcterms:created xsi:type="dcterms:W3CDTF">2026-07-20T00:31:19Z</dcterms:created>
  <dcterms:modified xsi:type="dcterms:W3CDTF">2026-07-20T00:31:19Z</dcterms:modified>
</cp:coreProperties>
</file>