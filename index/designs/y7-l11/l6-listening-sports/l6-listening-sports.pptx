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· Y7 UNIT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几点打篮球？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-121920" y="3149501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(a.m. / p.m.) + Sports Vocabulary · 听力练习与运动词汇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689152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Listening + Game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REVIEW · SENTENCE PATTERNS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0–8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你几点起床？· Statements &amp; Questions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092101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Pairs: Student A asks, Student B answers — then swap. 90 seconds!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1454051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5810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0300" y="1607939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5752" y="1584127"/>
            <a:ext cx="1108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你几点起床？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454051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75350" y="15810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58099" y="1607939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56202" y="1584127"/>
            <a:ext cx="12932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你几点吃早饭？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1750" y="2063353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901" y="21903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7203" y="2217241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752" y="2193429"/>
            <a:ext cx="1108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你几点上学？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063353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75350" y="219030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57206" y="2217241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56202" y="2193429"/>
            <a:ext cx="12932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你几点做作业？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1750" y="2672655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4901" y="279960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352" y="2826544"/>
            <a:ext cx="906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5752" y="2802731"/>
            <a:ext cx="129322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你几点吃晚饭？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2672655"/>
            <a:ext cx="5588050" cy="507802"/>
          </a:xfrm>
          <a:prstGeom prst="roundRect">
            <a:avLst>
              <a:gd name="adj" fmla="val 150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75350" y="279960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57057" y="2826544"/>
            <a:ext cx="92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56202" y="2802731"/>
            <a:ext cx="1108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你几点睡觉？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31750" y="3332857"/>
            <a:ext cx="1676251" cy="469702"/>
          </a:xfrm>
          <a:prstGeom prst="roundRect">
            <a:avLst>
              <a:gd name="adj" fmla="val 2163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3951" y="3453408"/>
            <a:ext cx="1256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 + 动词？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4952" y="344388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39752" y="3332857"/>
            <a:ext cx="1898749" cy="469702"/>
          </a:xfrm>
          <a:prstGeom prst="roundRect">
            <a:avLst>
              <a:gd name="adj" fmla="val 21631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61952" y="3453408"/>
            <a:ext cx="148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 + 时间 + 动词。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41652" y="3486745"/>
            <a:ext cx="2274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→ Statement (Lesson 5 recap)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1750" y="3954959"/>
            <a:ext cx="3379440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4901" y="4031159"/>
            <a:ext cx="30326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Pairs: A asks, B answers, then swap (90 sec)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63591" y="3954959"/>
            <a:ext cx="3553123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166741" y="4031159"/>
            <a:ext cx="3209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 Cold call 3 pairs to perform one exchange each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REVIEW · SPORTS VOCAB FLASH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89086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0–8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122587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Sports Vocabulary Flash · 运动词汇闪卡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601962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flashes the English — whole class says the Chinese chorally.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3014663"/>
            <a:ext cx="2143720" cy="1285726"/>
          </a:xfrm>
          <a:prstGeom prst="roundRect">
            <a:avLst>
              <a:gd name="adj" fmla="val 98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844" y="321781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3844" y="3474988"/>
            <a:ext cx="19795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3844" y="391626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 yǒng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27871" y="3014663"/>
            <a:ext cx="2143869" cy="1285726"/>
          </a:xfrm>
          <a:prstGeom prst="roundRect">
            <a:avLst>
              <a:gd name="adj" fmla="val 98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09963" y="3217813"/>
            <a:ext cx="1979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09963" y="3474988"/>
            <a:ext cx="19796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09963" y="3916263"/>
            <a:ext cx="1979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 qiú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4140" y="3014663"/>
            <a:ext cx="2143720" cy="1285726"/>
          </a:xfrm>
          <a:prstGeom prst="roundRect">
            <a:avLst>
              <a:gd name="adj" fmla="val 98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06233" y="321781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table tennis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6233" y="3474988"/>
            <a:ext cx="19795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06233" y="391626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pīngpāng qiú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20260" y="3014663"/>
            <a:ext cx="2143869" cy="1285726"/>
          </a:xfrm>
          <a:prstGeom prst="roundRect">
            <a:avLst>
              <a:gd name="adj" fmla="val 98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02352" y="3217813"/>
            <a:ext cx="1979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homework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2352" y="3474988"/>
            <a:ext cx="19796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2352" y="3916263"/>
            <a:ext cx="19796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zuòyè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16529" y="3014663"/>
            <a:ext cx="2143720" cy="1285726"/>
          </a:xfrm>
          <a:prstGeom prst="roundRect">
            <a:avLst>
              <a:gd name="adj" fmla="val 98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698623" y="321781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books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98623" y="3474988"/>
            <a:ext cx="19795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98623" y="3916263"/>
            <a:ext cx="1979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shū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1750" y="4503539"/>
            <a:ext cx="3535114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4901" y="4579739"/>
            <a:ext cx="3191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Choral response — everyone speaks every 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9265" y="4503539"/>
            <a:ext cx="2608957" cy="361950"/>
          </a:xfrm>
          <a:prstGeom prst="roundRect">
            <a:avLst>
              <a:gd name="adj" fmla="val 561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22415" y="4579739"/>
            <a:ext cx="22467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 Start slow, speed up each round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498997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756172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2400598"/>
            <a:ext cx="11328499" cy="1120527"/>
          </a:xfrm>
          <a:prstGeom prst="rect">
            <a:avLst/>
          </a:prstGeom>
          <a:solidFill>
            <a:srgbClr val="F6E9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0325" y="2400598"/>
            <a:ext cx="0" cy="1120527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801" y="2578298"/>
            <a:ext cx="109788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2801" y="2810024"/>
            <a:ext cx="1097881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lnSpc>
                <a:spcPts val="2100"/>
              </a:lnSpc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for a.m./p.m. context</a:t>
            </a:r>
            <a:pPr algn="l" indent="0" marL="0">
              <a:lnSpc>
                <a:spcPts val="21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combine our daily-routine sentences with activities we already know.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1750" y="3698825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9800" y="3738414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3501" y="3698825"/>
            <a:ext cx="4909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correctly tick whether a time is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a.m. or p.m.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3501" y="3952726"/>
            <a:ext cx="49095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听音判断上午还是下午/晚上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4260652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7149" y="4300240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3501" y="4260652"/>
            <a:ext cx="5936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a sentence combining a </a:t>
            </a:r>
            <a:pPr algn="l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+ an activity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earlier units.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3501" y="4514552"/>
            <a:ext cx="59360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用时间+活动造句，例：我下午四点打篮球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4822478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6852" y="4862066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3501" y="4822478"/>
            <a:ext cx="5298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spot an </a:t>
            </a:r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combined routine-and-activity sentence.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3501" y="5076379"/>
            <a:ext cx="5298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找出句子里的错误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I DO · SPORTS VOCAB RECAP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UNITS 1–3 RECAP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Sports &amp; Activity Vocabulary · 运动与活动词汇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30201"/>
            <a:ext cx="5537299" cy="1492151"/>
          </a:xfrm>
          <a:prstGeom prst="roundRect">
            <a:avLst>
              <a:gd name="adj" fmla="val 68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130201"/>
            <a:ext cx="5537299" cy="1492151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看书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shū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read books (看)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 yǒng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swim (游泳)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打篮球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basketball (打)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踢澳大利亚足球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 àodàlìyà zúqiú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Aussie rules (踢)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打棒球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bàng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baseball (打)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22950" y="1130201"/>
            <a:ext cx="5537299" cy="1492151"/>
          </a:xfrm>
          <a:prstGeom prst="roundRect">
            <a:avLst>
              <a:gd name="adj" fmla="val 68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2950" y="1130201"/>
            <a:ext cx="5537299" cy="1492151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打板球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bǎn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cricket (打)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打乒乓球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pīngpāng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table tennis (打)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打羽毛球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yǔmáo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badminton (打)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打网球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wǎng 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play tennis (打)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做作业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zuòyè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do homework (做)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749302"/>
            <a:ext cx="11328499" cy="841177"/>
          </a:xfrm>
          <a:prstGeom prst="roundRect">
            <a:avLst>
              <a:gd name="adj" fmla="val 1207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287625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NOTICE THE PATTERN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4901" y="3063478"/>
            <a:ext cx="111406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ball sports use </a:t>
            </a:r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 + ball name</a:t>
            </a:r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(打篮球/棒球/板球/乒乓球/羽毛球/网球) — the exception is 踢 (kick) for foot-based sports, and 游泳 which has no separate object.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I DO · COMBINING ROUTINE + SPORTS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614934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846659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Time + Activity · 时间 + 活动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06242" y="2478435"/>
            <a:ext cx="919907" cy="656927"/>
          </a:xfrm>
          <a:prstGeom prst="roundRect">
            <a:avLst>
              <a:gd name="adj" fmla="val 1933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3687" y="2598986"/>
            <a:ext cx="4850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23687" y="2871936"/>
            <a:ext cx="485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27649" y="2664023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9226" y="2478435"/>
            <a:ext cx="1174998" cy="656927"/>
          </a:xfrm>
          <a:prstGeom prst="roundRect">
            <a:avLst>
              <a:gd name="adj" fmla="val 19332"/>
            </a:avLst>
          </a:prstGeom>
          <a:solidFill>
            <a:srgbClr val="EDE7D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74120" y="2598986"/>
            <a:ext cx="7452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4120" y="2871936"/>
            <a:ext cx="745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725" y="2664023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7301" y="2478435"/>
            <a:ext cx="1097607" cy="656927"/>
          </a:xfrm>
          <a:prstGeom prst="roundRect">
            <a:avLst>
              <a:gd name="adj" fmla="val 19332"/>
            </a:avLst>
          </a:prstGeom>
          <a:solidFill>
            <a:srgbClr val="EDE7D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82969" y="2598986"/>
            <a:ext cx="666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2969" y="2871936"/>
            <a:ext cx="666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CLOCK TIME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66409" y="2664023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97986" y="2478435"/>
            <a:ext cx="987772" cy="656927"/>
          </a:xfrm>
          <a:prstGeom prst="roundRect">
            <a:avLst>
              <a:gd name="adj" fmla="val 19332"/>
            </a:avLst>
          </a:prstGeom>
          <a:solidFill>
            <a:srgbClr val="EDE7D7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14753" y="2598986"/>
            <a:ext cx="554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打篮球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14753" y="2871936"/>
            <a:ext cx="554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1750" y="3338513"/>
            <a:ext cx="5562600" cy="949077"/>
          </a:xfrm>
          <a:prstGeom prst="roundRect">
            <a:avLst>
              <a:gd name="adj" fmla="val 133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0350" y="3516213"/>
            <a:ext cx="52075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下午四点</a:t>
            </a:r>
            <a:pPr algn="l" indent="0" marL="0">
              <a:buNone/>
            </a:pPr>
            <a:r>
              <a:rPr lang="en-US" sz="19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pPr algn="l" indent="0" marL="0">
              <a:buNone/>
            </a:pPr>
            <a:r>
              <a:rPr lang="en-US" sz="1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0350" y="3909864"/>
            <a:ext cx="5207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play basketball at 4:00 in the afternoon.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7501" y="3338513"/>
            <a:ext cx="5562749" cy="949077"/>
          </a:xfrm>
          <a:prstGeom prst="roundRect">
            <a:avLst>
              <a:gd name="adj" fmla="val 1338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26101" y="3516213"/>
            <a:ext cx="52076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晚上八点</a:t>
            </a:r>
            <a:pPr algn="l" indent="0" marL="0">
              <a:buNone/>
            </a:pPr>
            <a:r>
              <a:rPr lang="en-US" sz="19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pPr algn="l" indent="0" marL="0">
              <a:buNone/>
            </a:pPr>
            <a:r>
              <a:rPr lang="en-US" sz="19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26101" y="3909864"/>
            <a:ext cx="5207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homework at 8:00 in the evening.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750" y="4490740"/>
            <a:ext cx="11328499" cy="650677"/>
          </a:xfrm>
          <a:prstGeom prst="roundRect">
            <a:avLst>
              <a:gd name="adj" fmla="val 1561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0350" y="4617690"/>
            <a:ext cx="1108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0350" y="4804916"/>
            <a:ext cx="11088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verbs slot into the </a:t>
            </a:r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exact same position</a:t>
            </a:r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routine verbs — time first, then activity. Nothing new to learn about word order!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343323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575048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181374"/>
            <a:ext cx="11328499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350" y="2333774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93453" y="2395686"/>
            <a:ext cx="1051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「我下午四点半___。」Fill in a 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activity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Write it on paper, hold it up.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750" y="2965549"/>
            <a:ext cx="11328499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350" y="3117949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93453" y="3179862"/>
            <a:ext cx="1051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「我晚上七点游泳。」Is this a likely sentence — or should we picture-check it? </a:t>
            </a:r>
            <a:pPr algn="l" indent="0" marL="0">
              <a:buNone/>
            </a:pPr>
            <a:r>
              <a:rPr lang="en-US" sz="1300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(discuss with your partner)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3749725"/>
            <a:ext cx="11328499" cy="657225"/>
          </a:xfrm>
          <a:prstGeom prst="roundRect">
            <a:avLst>
              <a:gd name="adj" fmla="val 15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2350" y="3902125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93453" y="3949750"/>
            <a:ext cx="1051915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time + activity sentence. 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it makes logical sense, 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the combo is odd.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4584650"/>
            <a:ext cx="1257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= Makes sense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18395" y="4584650"/>
            <a:ext cx="1342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= Unusual / odd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750" y="4990951"/>
            <a:ext cx="2945011" cy="422077"/>
          </a:xfrm>
          <a:prstGeom prst="roundRect">
            <a:avLst>
              <a:gd name="adj" fmla="val 24072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9400" y="5111502"/>
            <a:ext cx="2498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I DO · CFU · ANSWERS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359247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ANSWER 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590973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Understanding: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171998"/>
            <a:ext cx="1509861" cy="361950"/>
          </a:xfrm>
          <a:prstGeom prst="roundRect">
            <a:avLst>
              <a:gd name="adj" fmla="val 561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2248198"/>
            <a:ext cx="10737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750" y="2686348"/>
            <a:ext cx="11328499" cy="742801"/>
          </a:xfrm>
          <a:prstGeom prst="roundRect">
            <a:avLst>
              <a:gd name="adj" fmla="val 136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2603" y="2813298"/>
            <a:ext cx="3108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8152" y="2813298"/>
            <a:ext cx="1054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「我下午四点半___。」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8152" y="3073598"/>
            <a:ext cx="10544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Any sports activity fits! e.g. 打篮球 / 看书 / 做作业 / 打网球 — as long as it's a verb + activity.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3556099"/>
            <a:ext cx="11328499" cy="742801"/>
          </a:xfrm>
          <a:prstGeom prst="roundRect">
            <a:avLst>
              <a:gd name="adj" fmla="val 1367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2603" y="3683050"/>
            <a:ext cx="3108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8152" y="3683050"/>
            <a:ext cx="1054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「我晚上七点游泳。」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8152" y="3943350"/>
            <a:ext cx="10544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Not wrong — just picture-check it! Unusual timing, but pools can be indoor, so it's grammatically fine.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4425851"/>
            <a:ext cx="11328499" cy="971401"/>
          </a:xfrm>
          <a:prstGeom prst="roundRect">
            <a:avLst>
              <a:gd name="adj" fmla="val 1045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2603" y="4552801"/>
            <a:ext cx="3108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8152" y="4552801"/>
            <a:ext cx="10544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sentences teacher might say: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8152" y="4813102"/>
            <a:ext cx="10544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我下午四点打篮球 → 👍 makes sense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8152" y="5041702"/>
            <a:ext cx="10544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我晚上十二点打网球 → 👎 odd — very late, courts are closed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ACTIVITY 1 · LISTEN &amp; TICK · 20–28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EX8, P.83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&amp; Tick · 听音打勾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540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items — tick a.m. or p.m. for each, based on the context clues you hear.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976"/>
            <a:ext cx="1682651" cy="438150"/>
          </a:xfrm>
          <a:prstGeom prst="roundRect">
            <a:avLst>
              <a:gd name="adj" fmla="val 23188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476226"/>
            <a:ext cx="12110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播放 CD T53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1971377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2039" y="1971377"/>
            <a:ext cx="52594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 A.M.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25287" y="1971377"/>
            <a:ext cx="52595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 / 晚上 P.M.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50" y="2234803"/>
            <a:ext cx="11328499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8701" y="231100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0102" y="23331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953500" y="23331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8701" y="278725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70102" y="28094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953500" y="28094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750" y="3187303"/>
            <a:ext cx="11328499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01" y="326350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0102" y="32856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953500" y="32856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701" y="373975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70102" y="37619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53500" y="37619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1750" y="4139803"/>
            <a:ext cx="11328499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8701" y="421600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70102" y="42381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953500" y="423817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8701" y="4692253"/>
            <a:ext cx="518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70102" y="47144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953500" y="4714429"/>
            <a:ext cx="203150" cy="203150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750" y="5143054"/>
            <a:ext cx="2439442" cy="298252"/>
          </a:xfrm>
          <a:prstGeom prst="roundRect">
            <a:avLst>
              <a:gd name="adj" fmla="val 681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4150" y="5206454"/>
            <a:ext cx="2177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▶️ Play the track once through fully first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72693" y="5143054"/>
            <a:ext cx="3385691" cy="298252"/>
          </a:xfrm>
          <a:prstGeom prst="roundRect">
            <a:avLst>
              <a:gd name="adj" fmla="val 681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125093" y="5206454"/>
            <a:ext cx="3142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Scaffold: transcript with time-of-day word blanked out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59885" y="5143054"/>
            <a:ext cx="3034159" cy="298252"/>
          </a:xfrm>
          <a:prstGeom prst="roundRect">
            <a:avLst>
              <a:gd name="adj" fmla="val 681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2285" y="5206454"/>
            <a:ext cx="278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also write the full sentence you heard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1750" y="5542806"/>
            <a:ext cx="2844850" cy="298252"/>
          </a:xfrm>
          <a:prstGeom prst="roundRect">
            <a:avLst>
              <a:gd name="adj" fmla="val 681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4150" y="5606207"/>
            <a:ext cx="25908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OTR: thumbs up/down check after each item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ACTIVITY 1 · ANSWERS REVEAL · 20–28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&amp; Tick: Answers · 答案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540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once more straight through for self-check. How many out of 6?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976"/>
            <a:ext cx="1352252" cy="317302"/>
          </a:xfrm>
          <a:prstGeom prst="roundRect">
            <a:avLst>
              <a:gd name="adj" fmla="val 6404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444377"/>
            <a:ext cx="9648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8701" y="185052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6651" y="1850529"/>
            <a:ext cx="63112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0505" y="1850529"/>
            <a:ext cx="21038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50064" y="1850529"/>
            <a:ext cx="21038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下午/晚上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50" y="2113955"/>
            <a:ext cx="11328499" cy="469702"/>
          </a:xfrm>
          <a:prstGeom prst="roundRect">
            <a:avLst>
              <a:gd name="adj" fmla="val 162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8701" y="2234505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6651" y="2215455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我上午八点看书。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505" y="2215455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701" y="2780407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6651" y="2761357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我下午四点打篮球。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50064" y="2761357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1750" y="3205758"/>
            <a:ext cx="11328499" cy="469702"/>
          </a:xfrm>
          <a:prstGeom prst="roundRect">
            <a:avLst>
              <a:gd name="adj" fmla="val 162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701" y="3326309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6651" y="3307259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我晚上八点做作业。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50064" y="3307259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8701" y="3872210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6651" y="3853160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我早上七点游泳。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60505" y="3853160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1750" y="4297561"/>
            <a:ext cx="11328499" cy="469702"/>
          </a:xfrm>
          <a:prstGeom prst="roundRect">
            <a:avLst>
              <a:gd name="adj" fmla="val 1622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8701" y="441811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6651" y="4399062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我下午三点半打网球。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50064" y="4399062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8701" y="4964013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6651" y="4944963"/>
            <a:ext cx="631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我上午十点打乒乓球。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60505" y="4944963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ACTIVITY 2 · SENTENCE JUMBLE · 28–36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TEAMS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1272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· 句子拼图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540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your envelope of cards into 3 different valid sentences. Write each one down as you build it!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06426"/>
            <a:ext cx="64770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951" y="152697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0951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3152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33302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55503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85654" y="1406426"/>
            <a:ext cx="1054001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7854" y="1526977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41155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63355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3506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15707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45857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68058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98209" y="1406426"/>
            <a:ext cx="850850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20409" y="15269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50560" y="1406426"/>
            <a:ext cx="1054001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72760" y="1526977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06061" y="1406426"/>
            <a:ext cx="1054001" cy="526852"/>
          </a:xfrm>
          <a:prstGeom prst="roundRect">
            <a:avLst>
              <a:gd name="adj" fmla="val 19284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28262" y="1526977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1750" y="2085677"/>
            <a:ext cx="2305794" cy="400050"/>
          </a:xfrm>
          <a:prstGeom prst="roundRect">
            <a:avLst>
              <a:gd name="adj" fmla="val 2539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3951" y="2180927"/>
            <a:ext cx="1898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 + 时间词 + 几点 + 动词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15245" y="2204740"/>
            <a:ext cx="3410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Scaffold: ask for the sentence-frame reminder card if stuck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1750" y="2638127"/>
            <a:ext cx="2962573" cy="298252"/>
          </a:xfrm>
          <a:prstGeom prst="roundRect">
            <a:avLst>
              <a:gd name="adj" fmla="val 681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150" y="2701528"/>
            <a:ext cx="27109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 Teams race to build 3 different valid sentences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95824" y="2638127"/>
            <a:ext cx="3045023" cy="298252"/>
          </a:xfrm>
          <a:prstGeom prst="roundRect">
            <a:avLst>
              <a:gd name="adj" fmla="val 681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48224" y="2701528"/>
            <a:ext cx="27950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each sentence down as your team builds 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42348" y="2638127"/>
            <a:ext cx="3416350" cy="298252"/>
          </a:xfrm>
          <a:prstGeom prst="roundRect">
            <a:avLst>
              <a:gd name="adj" fmla="val 681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94748" y="2701528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🚀 Extension: build a 4th sentence using 我们 instead of 我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1750" y="3037880"/>
            <a:ext cx="3199358" cy="298252"/>
          </a:xfrm>
          <a:prstGeom prst="roundRect">
            <a:avLst>
              <a:gd name="adj" fmla="val 681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4150" y="3101280"/>
            <a:ext cx="29524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OTR: every team member reads one sentence aloud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GAME · 二真一假 · 36–43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50607" y="1607046"/>
            <a:ext cx="6290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7 MIN · GROUPS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50607" y="1838771"/>
            <a:ext cx="62907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Two Truths, One Lie · 二真一假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50607" y="2318147"/>
            <a:ext cx="62907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Mix daily routine + sports sentences — 2 true, 1 false. Can your group spot the lie?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6256" y="2705398"/>
            <a:ext cx="1566118" cy="749201"/>
          </a:xfrm>
          <a:prstGeom prst="roundRect">
            <a:avLst>
              <a:gd name="adj" fmla="val 169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7808" y="2832348"/>
            <a:ext cx="11830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7808" y="3146673"/>
            <a:ext cx="11830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3 sentences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7546" y="295617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4125" y="2705398"/>
            <a:ext cx="1491109" cy="749201"/>
          </a:xfrm>
          <a:prstGeom prst="roundRect">
            <a:avLst>
              <a:gd name="adj" fmla="val 169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6427" y="2832348"/>
            <a:ext cx="11065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56427" y="3146673"/>
            <a:ext cx="11065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them aloud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0405" y="295617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6984" y="2705398"/>
            <a:ext cx="1186160" cy="749201"/>
          </a:xfrm>
          <a:prstGeom prst="roundRect">
            <a:avLst>
              <a:gd name="adj" fmla="val 169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2336" y="2832348"/>
            <a:ext cx="7954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2336" y="3146673"/>
            <a:ext cx="795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 votes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98316" y="295617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04895" y="2705398"/>
            <a:ext cx="1320701" cy="749201"/>
          </a:xfrm>
          <a:prstGeom prst="roundRect">
            <a:avLst>
              <a:gd name="adj" fmla="val 169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98901" y="2832348"/>
            <a:ext cx="9326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98901" y="3146673"/>
            <a:ext cx="9326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Reveal the lie!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3098" y="3632299"/>
            <a:ext cx="5485656" cy="1129903"/>
          </a:xfrm>
          <a:prstGeom prst="roundRect">
            <a:avLst>
              <a:gd name="adj" fmla="val 112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09137" y="3810000"/>
            <a:ext cx="49735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09137" y="4048125"/>
            <a:ext cx="497357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我早上六点起床。我下午打网球。我晚上十二点睡觉。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09137" y="4403527"/>
            <a:ext cx="4973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one doesn't match reality? Point or vote to guess!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48982" y="4939903"/>
            <a:ext cx="33837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3 minutes writing time before groups start sharing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873" y="4939903"/>
            <a:ext cx="37293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📄 Setup: paper and pen only — no other materials needed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听力运动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452414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684139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265164"/>
            <a:ext cx="11555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— SHOW 👍 😐 👎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259541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202" y="2531864"/>
            <a:ext cx="4869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correctly tick whether a time is a.m. or p.m.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750" y="290021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202" y="2836664"/>
            <a:ext cx="4360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a sentence combining a time + an activity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750" y="320501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202" y="3141464"/>
            <a:ext cx="5231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spot an error in a combined routine-and-activity sentence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3522464"/>
            <a:ext cx="11328499" cy="778371"/>
          </a:xfrm>
          <a:prstGeom prst="roundRect">
            <a:avLst>
              <a:gd name="adj" fmla="val 1631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674864"/>
            <a:ext cx="11088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350" y="3935164"/>
            <a:ext cx="110887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write </a:t>
            </a:r>
            <a:pPr algn="l" indent="0" marL="0">
              <a:lnSpc>
                <a:spcPts val="1680"/>
              </a:lnSpc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 combining a time and a sport/activity</a:t>
            </a:r>
            <a:pPr algn="l" indent="0" marL="0">
              <a:lnSpc>
                <a:spcPts val="168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you're proud of.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4453235"/>
            <a:ext cx="11328499" cy="850850"/>
          </a:xfrm>
          <a:prstGeom prst="roundRect">
            <a:avLst>
              <a:gd name="adj" fmla="val 14926"/>
            </a:avLst>
          </a:prstGeom>
          <a:solidFill>
            <a:srgbClr val="F6E9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701" y="4624685"/>
            <a:ext cx="1099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701" y="4865936"/>
            <a:ext cx="1099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"I play badminton at 5:00 in the afternoon."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015901"/>
            <a:ext cx="124358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-121920" y="1879402"/>
            <a:ext cx="1243584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21920" y="2511177"/>
            <a:ext cx="1243584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listen for a.m./p.m. and combine your routine with sports.</a:t>
            </a:r>
            <a:endParaRPr lang="en-US" sz="1300" dirty="0"/>
          </a:p>
          <a:p>
            <a:pPr algn="ctr" indent="0" marL="0">
              <a:lnSpc>
                <a:spcPts val="195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sports verbs slot right where routine verbs go!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50059" y="3260080"/>
            <a:ext cx="6491734" cy="1396901"/>
          </a:xfrm>
          <a:prstGeom prst="roundRect">
            <a:avLst>
              <a:gd name="adj" fmla="val 10910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93192" y="3507730"/>
            <a:ext cx="58054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93192" y="3720405"/>
            <a:ext cx="58054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采访同伴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93192" y="4199781"/>
            <a:ext cx="5805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interview a partner about their whole daily routine and write up a report.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121920" y="4885581"/>
            <a:ext cx="1243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ctr" indent="0" marL="0">
              <a:spcBef>
                <a:spcPts val="1800"/>
              </a:spcBef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 (time) + 活动 (activity)</a:t>
            </a:r>
            <a:pPr algn="ctr" indent="0" marL="0">
              <a:spcBef>
                <a:spcPts val="18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sentences</a:t>
            </a:r>
            <a:endParaRPr lang="en-US" sz="1300" dirty="0"/>
          </a:p>
          <a:p>
            <a:pPr algn="ctr" indent="0" marL="0">
              <a:spcBef>
                <a:spcPts val="1800"/>
              </a:spcBef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interview + written report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2026-07-21T08:47:28Z</dcterms:created>
  <dcterms:modified xsi:type="dcterms:W3CDTF">2026-07-21T08:47:28Z</dcterms:modified>
</cp:coreProperties>
</file>