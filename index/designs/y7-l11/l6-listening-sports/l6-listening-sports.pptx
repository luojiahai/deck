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6151" y="1499989"/>
            <a:ext cx="1079500" cy="10795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6BAFB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57801" y="1538089"/>
            <a:ext cx="76200" cy="76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86351" y="1830189"/>
            <a:ext cx="419100" cy="4191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41479" y="5269012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81552" y="5269012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21900" y="4787900"/>
            <a:ext cx="2451100" cy="245110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19698" y="2833489"/>
            <a:ext cx="6579937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· Y7 UNIT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19698" y="3562152"/>
            <a:ext cx="6579937" cy="912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几点打篮球？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2819698" y="4507012"/>
            <a:ext cx="6579937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(a.m. / p.m.) + Sports Vocabulary · 听力练习与运动词汇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25392" y="5205512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819279" y="5205512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59352" y="5205512"/>
            <a:ext cx="93458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+ Game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7940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9083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257800" y="27940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22900" y="29083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33528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7100" y="34671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57800" y="33528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22900" y="34671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39116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7100" y="40259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3911600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22900" y="4025900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4521200"/>
            <a:ext cx="1288852" cy="3302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2952" y="4521200"/>
            <a:ext cx="1434703" cy="3302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5003800"/>
            <a:ext cx="2755702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70102" y="5003800"/>
            <a:ext cx="2933204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453059" y="187325"/>
            <a:ext cx="180890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Sentence Patterns · 0–8 min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62000" y="17526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2000" y="1981200"/>
            <a:ext cx="10695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你几点起床？· Statements &amp; Questions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62000" y="2457450"/>
            <a:ext cx="10695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Pairs: Student A asks, Student B answers — then swap. 90 seconds!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7100" y="29083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57300" y="2908300"/>
            <a:ext cx="9799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你几点起床？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22900" y="29083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753100" y="2908300"/>
            <a:ext cx="1138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你几点吃早饭？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27100" y="34671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57300" y="3467100"/>
            <a:ext cx="9799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你几点上学？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22900" y="34671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753100" y="3467100"/>
            <a:ext cx="1138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你几点做作业？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27100" y="40259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57300" y="4025900"/>
            <a:ext cx="1138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你几点吃晚饭？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22900" y="40259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53100" y="4025900"/>
            <a:ext cx="9799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你几点睡觉？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62000" y="4521200"/>
            <a:ext cx="1316284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 + 动词？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139752" y="4603750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342952" y="4521200"/>
            <a:ext cx="1462135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+ 时间 + 动词。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917355" y="4619625"/>
            <a:ext cx="176554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→ Statement (Lesson 5 recap)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62000" y="5003800"/>
            <a:ext cx="2783134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Pairs: A asks, B answers, then swap (90 sec)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670102" y="5003800"/>
            <a:ext cx="2960636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Cold call 3 pairs to perform one exchange each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356570"/>
            <a:ext cx="2004020" cy="93216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320" y="3356570"/>
            <a:ext cx="2004020" cy="93216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98641" y="3356570"/>
            <a:ext cx="2004120" cy="93216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17060" y="3356570"/>
            <a:ext cx="2004020" cy="93216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380" y="3356570"/>
            <a:ext cx="2004120" cy="93216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4466530"/>
            <a:ext cx="2970709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5109" y="4466530"/>
            <a:ext cx="2146102" cy="2794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53059" y="187325"/>
            <a:ext cx="18461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Sports Vocab Flash · 0–8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2000" y="228977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2000" y="2518370"/>
            <a:ext cx="10695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Sports Vocabulary Flash · 运动词汇闪卡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62000" y="2994620"/>
            <a:ext cx="10695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flashes the English — whole class says the Chinese chorally.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0900" y="3508970"/>
            <a:ext cx="185365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1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50900" y="3724870"/>
            <a:ext cx="1853652" cy="277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0900" y="4022030"/>
            <a:ext cx="18536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yóu yǒng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69220" y="3508970"/>
            <a:ext cx="185365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1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969220" y="3724870"/>
            <a:ext cx="1853652" cy="277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969220" y="4022030"/>
            <a:ext cx="18536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lán qiú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87541" y="3508970"/>
            <a:ext cx="185375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1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87541" y="3724870"/>
            <a:ext cx="1853752" cy="277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87541" y="4022030"/>
            <a:ext cx="18537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pīngpāng qiú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205960" y="3508970"/>
            <a:ext cx="185365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1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homework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05960" y="3724870"/>
            <a:ext cx="1853652" cy="277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205960" y="4022030"/>
            <a:ext cx="18536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zuò zuòyè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9324280" y="3508970"/>
            <a:ext cx="185375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1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books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324280" y="3724870"/>
            <a:ext cx="1853752" cy="277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看书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324280" y="4022030"/>
            <a:ext cx="18537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kàn shū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62000" y="4466530"/>
            <a:ext cx="299814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Choral response — everyone speaks every time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885109" y="4466530"/>
            <a:ext cx="2173534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Start slow, speed up each round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46350"/>
            <a:ext cx="9328150" cy="9588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7592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3561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9530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5875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81610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698750"/>
            <a:ext cx="8917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2857500"/>
            <a:ext cx="8917432" cy="513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listen for a.m./p.m. context and combine our daily-routine sentences with activities we already know.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9000" y="37592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762375"/>
            <a:ext cx="423162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correctly tick whether a time is a.m. or p.m.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93800" y="4089400"/>
            <a:ext cx="8612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听音判断上午还是下午/晚上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000" y="43561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359275"/>
            <a:ext cx="5109714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make a sentence combining a time + an activity from earlier units.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93800" y="4686300"/>
            <a:ext cx="8612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用时间+活动造句，例：我下午四点打篮球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9000" y="49530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956175"/>
            <a:ext cx="454009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an error in a combined routine-and-activity sentence.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93800" y="5283200"/>
            <a:ext cx="86126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找出句子里的错误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444750"/>
            <a:ext cx="175647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8470" y="2444750"/>
            <a:ext cx="1587004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05473" y="2444750"/>
            <a:ext cx="1255713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61186" y="2444750"/>
            <a:ext cx="607814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2686050"/>
            <a:ext cx="1756470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8470" y="2686050"/>
            <a:ext cx="1587004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05473" y="2686050"/>
            <a:ext cx="1255713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1186" y="2686050"/>
            <a:ext cx="607814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62786" y="2844800"/>
            <a:ext cx="225127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3101975"/>
            <a:ext cx="1756470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8470" y="3101975"/>
            <a:ext cx="1587004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05473" y="3101975"/>
            <a:ext cx="1255713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61186" y="3101975"/>
            <a:ext cx="607814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62786" y="3257550"/>
            <a:ext cx="297755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514725"/>
            <a:ext cx="1756470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8470" y="3514725"/>
            <a:ext cx="1587004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05473" y="3514725"/>
            <a:ext cx="1255713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61186" y="3514725"/>
            <a:ext cx="607814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62786" y="367030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000" y="3927475"/>
            <a:ext cx="1756470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8470" y="3927475"/>
            <a:ext cx="1587004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05473" y="3927475"/>
            <a:ext cx="1255713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61186" y="3927475"/>
            <a:ext cx="607814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62786" y="4083050"/>
            <a:ext cx="225127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2000" y="4340225"/>
            <a:ext cx="1756470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470" y="4340225"/>
            <a:ext cx="1587004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05473" y="4340225"/>
            <a:ext cx="1255713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61186" y="4340225"/>
            <a:ext cx="607814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62786" y="449580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23000" y="2444750"/>
            <a:ext cx="133985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62850" y="2444750"/>
            <a:ext cx="172630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89157" y="2444750"/>
            <a:ext cx="151298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2144" y="2444750"/>
            <a:ext cx="627856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23000" y="2686050"/>
            <a:ext cx="1339850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62850" y="2686050"/>
            <a:ext cx="1726307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89157" y="2686050"/>
            <a:ext cx="1512987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802144" y="2686050"/>
            <a:ext cx="627856" cy="4159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903744" y="284480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23000" y="3101975"/>
            <a:ext cx="1339850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562850" y="3101975"/>
            <a:ext cx="172630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89157" y="3101975"/>
            <a:ext cx="151298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02144" y="3101975"/>
            <a:ext cx="62785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903744" y="325755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23000" y="3514725"/>
            <a:ext cx="1339850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62850" y="3514725"/>
            <a:ext cx="172630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289157" y="3514725"/>
            <a:ext cx="151298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02144" y="3514725"/>
            <a:ext cx="62785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903744" y="367030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23000" y="3927475"/>
            <a:ext cx="1339850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62850" y="3927475"/>
            <a:ext cx="172630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9157" y="3927475"/>
            <a:ext cx="1512987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02144" y="3927475"/>
            <a:ext cx="627856" cy="4127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03744" y="4083050"/>
            <a:ext cx="225127" cy="1270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23000" y="4340225"/>
            <a:ext cx="1339850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62850" y="4340225"/>
            <a:ext cx="172630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89157" y="4340225"/>
            <a:ext cx="1512987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802144" y="4340225"/>
            <a:ext cx="627856" cy="4127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903744" y="4495800"/>
            <a:ext cx="225127" cy="1270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2000" y="4883150"/>
            <a:ext cx="10668000" cy="482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1453059" y="187325"/>
            <a:ext cx="183976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Sports Vocab Recap · 10–20 min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62000" y="16700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UNITS 1–3 RECAP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62000" y="1885950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Sports &amp; Activity Vocabulary · 运动与活动词汇</a:t>
            </a:r>
            <a:endParaRPr lang="en-US" sz="2300" dirty="0"/>
          </a:p>
        </p:txBody>
      </p:sp>
      <p:sp>
        <p:nvSpPr>
          <p:cNvPr id="69" name="Text 67"/>
          <p:cNvSpPr/>
          <p:nvPr/>
        </p:nvSpPr>
        <p:spPr>
          <a:xfrm>
            <a:off x="762000" y="2444750"/>
            <a:ext cx="178390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2518470" y="2444750"/>
            <a:ext cx="1614436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4105473" y="2444750"/>
            <a:ext cx="1283145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762000" y="2686050"/>
            <a:ext cx="1783902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看书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2518470" y="2686050"/>
            <a:ext cx="1614436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kàn shū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4105473" y="2686050"/>
            <a:ext cx="1283145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books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361186" y="2686050"/>
            <a:ext cx="635246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62000" y="3101975"/>
            <a:ext cx="178390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2518470" y="3101975"/>
            <a:ext cx="161443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yóu yǒng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4105473" y="3101975"/>
            <a:ext cx="1283145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361186" y="3101975"/>
            <a:ext cx="63524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762000" y="3514725"/>
            <a:ext cx="178390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2518470" y="3514725"/>
            <a:ext cx="161443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lán qiú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4105473" y="3514725"/>
            <a:ext cx="1283145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361186" y="3514725"/>
            <a:ext cx="63524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62000" y="3927475"/>
            <a:ext cx="178390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踢澳大利亚足球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2518470" y="3927475"/>
            <a:ext cx="161443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tī àodàlìyà zúqiú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105473" y="3927475"/>
            <a:ext cx="1283145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Aussie rules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361186" y="3927475"/>
            <a:ext cx="63524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762000" y="4340225"/>
            <a:ext cx="178390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打棒球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2518470" y="4340225"/>
            <a:ext cx="161443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bàng qiú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4105473" y="4340225"/>
            <a:ext cx="1283145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baseball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361186" y="4340225"/>
            <a:ext cx="635246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6223000" y="2444750"/>
            <a:ext cx="136728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7562850" y="2444750"/>
            <a:ext cx="175373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9289157" y="2444750"/>
            <a:ext cx="154041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6223000" y="2686050"/>
            <a:ext cx="1367282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打板球</a:t>
            </a:r>
            <a:endParaRPr lang="en-US" sz="1400" dirty="0"/>
          </a:p>
        </p:txBody>
      </p:sp>
      <p:sp>
        <p:nvSpPr>
          <p:cNvPr id="96" name="Text 94"/>
          <p:cNvSpPr/>
          <p:nvPr/>
        </p:nvSpPr>
        <p:spPr>
          <a:xfrm>
            <a:off x="7562850" y="2686050"/>
            <a:ext cx="1753739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bǎn qiú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9289157" y="2686050"/>
            <a:ext cx="1540419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cricket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0802144" y="2686050"/>
            <a:ext cx="655288" cy="43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6223000" y="3101975"/>
            <a:ext cx="136728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7562850" y="3101975"/>
            <a:ext cx="175373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pīngpāng qiú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9289157" y="3101975"/>
            <a:ext cx="154041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10802144" y="3101975"/>
            <a:ext cx="65528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223000" y="3514725"/>
            <a:ext cx="136728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打羽毛球</a:t>
            </a:r>
            <a:endParaRPr lang="en-US" sz="1400" dirty="0"/>
          </a:p>
        </p:txBody>
      </p:sp>
      <p:sp>
        <p:nvSpPr>
          <p:cNvPr id="104" name="Text 102"/>
          <p:cNvSpPr/>
          <p:nvPr/>
        </p:nvSpPr>
        <p:spPr>
          <a:xfrm>
            <a:off x="7562850" y="3514725"/>
            <a:ext cx="175373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yǔmáo qiú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9289157" y="3514725"/>
            <a:ext cx="154041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badminton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0802144" y="3514725"/>
            <a:ext cx="65528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6223000" y="3927475"/>
            <a:ext cx="136728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400" dirty="0"/>
          </a:p>
        </p:txBody>
      </p:sp>
      <p:sp>
        <p:nvSpPr>
          <p:cNvPr id="108" name="Text 106"/>
          <p:cNvSpPr/>
          <p:nvPr/>
        </p:nvSpPr>
        <p:spPr>
          <a:xfrm>
            <a:off x="7562850" y="3927475"/>
            <a:ext cx="175373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dǎ wǎng qiú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9289157" y="3927475"/>
            <a:ext cx="154041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10802144" y="3927475"/>
            <a:ext cx="65528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6223000" y="4340225"/>
            <a:ext cx="136728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400" dirty="0"/>
          </a:p>
        </p:txBody>
      </p:sp>
      <p:sp>
        <p:nvSpPr>
          <p:cNvPr id="112" name="Text 110"/>
          <p:cNvSpPr/>
          <p:nvPr/>
        </p:nvSpPr>
        <p:spPr>
          <a:xfrm>
            <a:off x="7562850" y="4340225"/>
            <a:ext cx="175373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zuò zuòyè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9289157" y="4340225"/>
            <a:ext cx="1540419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homework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10802144" y="4340225"/>
            <a:ext cx="65528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914400" y="4972050"/>
            <a:ext cx="10390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 THE PATTERN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1929110" y="5118100"/>
            <a:ext cx="77127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 + ball name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21845" y="2797175"/>
            <a:ext cx="726777" cy="546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73055" y="2797175"/>
            <a:ext cx="892870" cy="546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90357" y="2797175"/>
            <a:ext cx="855266" cy="546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70055" y="2797175"/>
            <a:ext cx="800100" cy="546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3546475"/>
            <a:ext cx="4686300" cy="7810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73700" y="3546475"/>
            <a:ext cx="4686300" cy="7810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4505325"/>
            <a:ext cx="9880600" cy="5715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53059" y="187325"/>
            <a:ext cx="221788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Combining Routine + Sports · 10–20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35000" y="1958975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000" y="2187575"/>
            <a:ext cx="10949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+ Activity · 时间 + 活动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293295" y="3127375"/>
            <a:ext cx="41130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spc="2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912122" y="2952750"/>
            <a:ext cx="1248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44505" y="3127375"/>
            <a:ext cx="57740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spc="2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TIME-OF-DAY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029424" y="2952750"/>
            <a:ext cx="1248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61807" y="3127375"/>
            <a:ext cx="5397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spc="2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TIME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7109123" y="2952750"/>
            <a:ext cx="12486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41505" y="3127375"/>
            <a:ext cx="484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spc="26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12800" y="3686175"/>
            <a:ext cx="43581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我下午四点打篮球。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12800" y="4035425"/>
            <a:ext cx="4358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basketball at 4:00 in the afternoon.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51500" y="3686175"/>
            <a:ext cx="43581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我晚上八点做作业。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651500" y="4035425"/>
            <a:ext cx="4358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homework at 8:00 in the evening.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12800" y="4619625"/>
            <a:ext cx="9552432" cy="1421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POINT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236192" y="4781550"/>
            <a:ext cx="1205059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exact same position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05075"/>
            <a:ext cx="9525000" cy="615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235325"/>
            <a:ext cx="9525000" cy="615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965575"/>
            <a:ext cx="9525000" cy="615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5102225"/>
            <a:ext cx="10414000" cy="3048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6287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8573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2200" y="2632075"/>
            <a:ext cx="3703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62100" y="2710855"/>
            <a:ext cx="8676132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「我下午四点半___。」Fill in a sports activity. Write it on paper, hold it up.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92200" y="3362325"/>
            <a:ext cx="3703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62100" y="3441105"/>
            <a:ext cx="8676132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「我晚上七点游泳。」Is this a likely sentence — or should we picture-check it? (discuss with your partner)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92200" y="4092575"/>
            <a:ext cx="3703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62100" y="4171355"/>
            <a:ext cx="8676132" cy="222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time + activity sentence. 👍 if it makes logical sense, 👎 if the combo is odd.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89000" y="4708525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1900" y="4768850"/>
            <a:ext cx="73803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Makes sense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98105" y="4708525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41005" y="4768850"/>
            <a:ext cx="818106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Unusual / odd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89000" y="5102225"/>
            <a:ext cx="10441432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55280"/>
            <a:ext cx="10414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942630"/>
            <a:ext cx="9525000" cy="647005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691235"/>
            <a:ext cx="9525000" cy="647005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439841"/>
            <a:ext cx="9525000" cy="87878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16496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71708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ANSWER CHECK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94568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889000" y="2555280"/>
            <a:ext cx="10441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092200" y="3056930"/>
            <a:ext cx="3449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36700" y="3056930"/>
            <a:ext cx="8701532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「我下午四点半___。」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36700" y="3294360"/>
            <a:ext cx="870153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sports activity fits! e.g. 打篮球 / 看书 / 做作业 / 打网球 — as long as it's a verb + activity.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92200" y="3805535"/>
            <a:ext cx="3449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36700" y="3805535"/>
            <a:ext cx="8701532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「我晚上七点游泳。」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36700" y="4042966"/>
            <a:ext cx="870153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Not wrong — just picture-check it! Unusual timing, but pools can be indoor, so it's grammatically fine.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92200" y="4554141"/>
            <a:ext cx="3449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36700" y="4554141"/>
            <a:ext cx="8701532" cy="20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sentences teacher might say: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77418" y="4816971"/>
            <a:ext cx="944908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makes sense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98068" y="5023346"/>
            <a:ext cx="218256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odd — very late, courts are closed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927225"/>
            <a:ext cx="10668000" cy="368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2435225"/>
            <a:ext cx="1899345" cy="2603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61345" y="2435225"/>
            <a:ext cx="2859484" cy="2603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20829" y="2435225"/>
            <a:ext cx="4131171" cy="2603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2695575"/>
            <a:ext cx="1899345" cy="4349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61345" y="2695575"/>
            <a:ext cx="2859484" cy="4349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70437" y="27781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520829" y="2695575"/>
            <a:ext cx="4131171" cy="4349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65715" y="27781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3130550"/>
            <a:ext cx="1899345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1345" y="3130550"/>
            <a:ext cx="2859484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0437" y="32099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20829" y="3130550"/>
            <a:ext cx="4131171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65715" y="32099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562350"/>
            <a:ext cx="1899345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61345" y="3562350"/>
            <a:ext cx="2859484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0437" y="36417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0829" y="3562350"/>
            <a:ext cx="4131171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65715" y="36417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000" y="3994150"/>
            <a:ext cx="1899345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61345" y="3994150"/>
            <a:ext cx="2859484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70437" y="40735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20829" y="3994150"/>
            <a:ext cx="4131171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65715" y="40735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2000" y="4425950"/>
            <a:ext cx="1899345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61345" y="4425950"/>
            <a:ext cx="2859484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0437" y="45053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0829" y="4425950"/>
            <a:ext cx="4131171" cy="4318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65715" y="45053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000" y="4857750"/>
            <a:ext cx="1899345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61345" y="4857750"/>
            <a:ext cx="2859484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70437" y="49371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20829" y="4857750"/>
            <a:ext cx="4131171" cy="4318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65715" y="4937125"/>
            <a:ext cx="241300" cy="2413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2000" y="5419725"/>
            <a:ext cx="2282031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71031" y="5419725"/>
            <a:ext cx="3180854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8885" y="5419725"/>
            <a:ext cx="2857500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2000" y="5819775"/>
            <a:ext cx="2665016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453059" y="187325"/>
            <a:ext cx="175959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Listen &amp; Tick · 20–28 min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62000" y="94297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EX8, P.83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62000" y="1171575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&amp; Tick · 听音打勾</a:t>
            </a:r>
            <a:endParaRPr lang="en-US" sz="2300" dirty="0"/>
          </a:p>
        </p:txBody>
      </p:sp>
      <p:sp>
        <p:nvSpPr>
          <p:cNvPr id="48" name="Text 46"/>
          <p:cNvSpPr/>
          <p:nvPr/>
        </p:nvSpPr>
        <p:spPr>
          <a:xfrm>
            <a:off x="762000" y="162877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items — tick a.m. or p.m. for each, based on the context clues you hear.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000" y="1927225"/>
            <a:ext cx="1069543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62000" y="2435225"/>
            <a:ext cx="1926777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48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61345" y="2435225"/>
            <a:ext cx="2886916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48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A.M.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520829" y="2435225"/>
            <a:ext cx="4158603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48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/ 晚上 P.M.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62000" y="2695575"/>
            <a:ext cx="1926777" cy="453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62000" y="3130550"/>
            <a:ext cx="1926777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2000" y="3562350"/>
            <a:ext cx="1926777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000" y="3994150"/>
            <a:ext cx="1926777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62000" y="4425950"/>
            <a:ext cx="1926777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2000" y="4857750"/>
            <a:ext cx="1926777" cy="4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62000" y="5419725"/>
            <a:ext cx="2309463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▶️ Play the track once through fully first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171031" y="5419725"/>
            <a:ext cx="3208286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Scaffold: transcript with time-of-day word blanked out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478885" y="5419725"/>
            <a:ext cx="288493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also write the full sentence you heard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62000" y="5819775"/>
            <a:ext cx="2692448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OTR: thumbs up/down check after each item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505075"/>
            <a:ext cx="10668000" cy="260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2892425"/>
            <a:ext cx="122723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89237" y="2892425"/>
            <a:ext cx="4792166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81403" y="2892425"/>
            <a:ext cx="183009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11493" y="2892425"/>
            <a:ext cx="262800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133725"/>
            <a:ext cx="1227237" cy="3968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9237" y="3133725"/>
            <a:ext cx="4792166" cy="3968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81403" y="3133725"/>
            <a:ext cx="1830090" cy="3968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11493" y="3133725"/>
            <a:ext cx="2628007" cy="3968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3530600"/>
            <a:ext cx="122723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9237" y="3530600"/>
            <a:ext cx="4792166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81403" y="3530600"/>
            <a:ext cx="1830090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11493" y="3530600"/>
            <a:ext cx="262800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3924300"/>
            <a:ext cx="1227237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89237" y="3924300"/>
            <a:ext cx="4792166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81403" y="3924300"/>
            <a:ext cx="1830090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11493" y="3924300"/>
            <a:ext cx="2628007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000" y="4318000"/>
            <a:ext cx="122723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89237" y="4318000"/>
            <a:ext cx="4792166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81403" y="4318000"/>
            <a:ext cx="1830090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11493" y="4318000"/>
            <a:ext cx="262800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2000" y="4711700"/>
            <a:ext cx="1227237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89237" y="4711700"/>
            <a:ext cx="4792166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81403" y="4711700"/>
            <a:ext cx="1830090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11493" y="4711700"/>
            <a:ext cx="2628007" cy="3937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2000" y="5105400"/>
            <a:ext cx="122723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9237" y="5105400"/>
            <a:ext cx="4792166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81403" y="5105400"/>
            <a:ext cx="1830090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11493" y="5105400"/>
            <a:ext cx="2628007" cy="3937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1453059" y="187325"/>
            <a:ext cx="188927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Answers Reveal · 20–28 min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62000" y="15335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2000" y="1762125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&amp; Tick: Answers · 答案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62000" y="2219325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once more straight through for self-check. How many out of 6?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2000" y="2505075"/>
            <a:ext cx="10695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62000" y="2892425"/>
            <a:ext cx="125466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989237" y="2892425"/>
            <a:ext cx="4819598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Transcript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781403" y="2892425"/>
            <a:ext cx="185752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A.M.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8611493" y="2892425"/>
            <a:ext cx="265543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/ 晚上 P.M.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62000" y="3133725"/>
            <a:ext cx="1254669" cy="4151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989237" y="3133725"/>
            <a:ext cx="4819598" cy="4151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我上午八点看书。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781403" y="3133725"/>
            <a:ext cx="1857522" cy="4151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62000" y="3530600"/>
            <a:ext cx="125466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989237" y="3530600"/>
            <a:ext cx="4819598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我下午四点打篮球。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611493" y="3530600"/>
            <a:ext cx="265543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62000" y="3924300"/>
            <a:ext cx="125466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989237" y="3924300"/>
            <a:ext cx="4819598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我晚上八点做作业。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11493" y="3924300"/>
            <a:ext cx="265543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62000" y="4318000"/>
            <a:ext cx="125466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989237" y="4318000"/>
            <a:ext cx="4819598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我早上七点游泳。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781403" y="4318000"/>
            <a:ext cx="1857522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62000" y="4711700"/>
            <a:ext cx="125466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989237" y="4711700"/>
            <a:ext cx="4819598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我下午三点半打网球。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611493" y="4711700"/>
            <a:ext cx="265543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62000" y="5105400"/>
            <a:ext cx="1254669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989237" y="5105400"/>
            <a:ext cx="4819598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我上午十点打乒乓球。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781403" y="5105400"/>
            <a:ext cx="1857522" cy="41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3070225"/>
            <a:ext cx="533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573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57500" y="3070225"/>
            <a:ext cx="88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54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55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356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5700" y="3070225"/>
            <a:ext cx="711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35800" y="3070225"/>
            <a:ext cx="88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3700" y="3070225"/>
            <a:ext cx="88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" y="3679825"/>
            <a:ext cx="2670572" cy="469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4302125"/>
            <a:ext cx="2747764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97064" y="4302125"/>
            <a:ext cx="2854523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5888" y="4302125"/>
            <a:ext cx="3181152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000" y="4689475"/>
            <a:ext cx="3024981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53059" y="187325"/>
            <a:ext cx="197251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Sentence Jumble · 28–36 min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5000" y="2073275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TEAMS OF 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5000" y="2301875"/>
            <a:ext cx="10949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句子拼图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635000" y="2759075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your envelope of cards into 3 different valid sentences. Write each one down as you build it!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5000" y="3070225"/>
            <a:ext cx="560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573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574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57500" y="3070225"/>
            <a:ext cx="91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354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355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356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5700" y="3070225"/>
            <a:ext cx="738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35800" y="3070225"/>
            <a:ext cx="91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013700" y="3070225"/>
            <a:ext cx="916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25500" y="3768725"/>
            <a:ext cx="238768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spc="64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87636" y="3803650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236464" y="3768725"/>
            <a:ext cx="661440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spc="64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921272" y="3803650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070100" y="3768725"/>
            <a:ext cx="450104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spc="64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543572" y="3803650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692400" y="3768725"/>
            <a:ext cx="450104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spc="64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动词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432572" y="3848100"/>
            <a:ext cx="282500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spc="3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Scaffold: ask for the sentence-frame reminder card if stuck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35000" y="4302125"/>
            <a:ext cx="2775196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 Teams race to build 3 different valid sentences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97064" y="4302125"/>
            <a:ext cx="2881955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each sentence down as your team builds it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65888" y="4302125"/>
            <a:ext cx="3208584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build a 4th sentence using 我们 instead of 我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35000" y="4689475"/>
            <a:ext cx="3052413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every team member reads one sentence aloud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51150" y="2940645"/>
            <a:ext cx="13081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8350" y="2940645"/>
            <a:ext cx="13081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5550" y="2940645"/>
            <a:ext cx="13081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32750" y="2940645"/>
            <a:ext cx="13081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8400" y="3931245"/>
            <a:ext cx="4775200" cy="97661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53059" y="187325"/>
            <a:ext cx="141669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二真一假 · 36–43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146080" y="1829395"/>
            <a:ext cx="1927273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7 MIN · GROUPS OF 4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77047" y="2057995"/>
            <a:ext cx="48652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Two Truths, One Lie · 二真一假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709888" y="2553295"/>
            <a:ext cx="479965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Mix daily routine + sports sentences — 2 true, 1 false. Can your group spot the lie?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28950" y="3067645"/>
            <a:ext cx="979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28950" y="3448645"/>
            <a:ext cx="9799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3 sentences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286250" y="321687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6150" y="3067645"/>
            <a:ext cx="979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756150" y="3448645"/>
            <a:ext cx="9799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them aloud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13450" y="321687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83350" y="3067645"/>
            <a:ext cx="979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83350" y="3448645"/>
            <a:ext cx="9799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votes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740650" y="321687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10550" y="3067645"/>
            <a:ext cx="9799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210550" y="3448645"/>
            <a:ext cx="9799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Reveal the lie!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962400" y="4083645"/>
            <a:ext cx="4294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3962400" y="4267795"/>
            <a:ext cx="4294632" cy="30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我早上六点起床。我下午打网球。我晚上十二点睡觉。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62400" y="4603055"/>
            <a:ext cx="42946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one doesn't match reality? Point or vote to guess!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184624" y="5034855"/>
            <a:ext cx="268758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3 minutes writing time before groups start sharing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047978" y="5034855"/>
            <a:ext cx="298673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📄 Setup: paper and pen only — no other materials needed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7952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0873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37949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22390"/>
            <a:ext cx="6464300" cy="78482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659610"/>
            <a:ext cx="6565900" cy="7810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听力运动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53059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59514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82374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889000" y="2471440"/>
            <a:ext cx="8282432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— SHOW 👍 😐 👎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104900" y="3887490"/>
            <a:ext cx="60599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4900" y="4128790"/>
            <a:ext cx="6059932" cy="231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one sentence combining a time and a sport/activity that you're proud of.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5700" y="4837410"/>
            <a:ext cx="4420541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55700" y="5008860"/>
            <a:ext cx="4420541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"I play badminton at 5:00 in the afternoon."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13634" y="3690541"/>
            <a:ext cx="5164733" cy="12382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97054" y="1497409"/>
            <a:ext cx="625225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4563666" y="2462609"/>
            <a:ext cx="3092101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803154" y="2989659"/>
            <a:ext cx="4613124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listen for a.m./p.m. and combine your routine with sports.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sports verbs slot right where routine verbs go!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31134" y="3906441"/>
            <a:ext cx="4557165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31134" y="4084241"/>
            <a:ext cx="455716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采访同伴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831134" y="4528741"/>
            <a:ext cx="455716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interview a partner about their whole daily routine and write up a report.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15359" y="5131991"/>
            <a:ext cx="2988616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时间 (time) + 活动 (activity) sentences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interview + written report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2026-07-20T00:31:20Z</dcterms:created>
  <dcterms:modified xsi:type="dcterms:W3CDTF">2026-07-20T00:31:20Z</dcterms:modified>
</cp:coreProperties>
</file>