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62600" y="1506339"/>
            <a:ext cx="1066800" cy="10668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88443" y="2033941"/>
            <a:ext cx="189067" cy="238298"/>
          </a:xfrm>
          <a:prstGeom prst="roundRect">
            <a:avLst/>
          </a:prstGeom>
          <a:solidFill>
            <a:srgbClr val="1E2A38"/>
          </a:solidFill>
          <a:ln w="12700">
            <a:solidFill>
              <a:srgbClr val="1E2A3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02300" y="2033389"/>
            <a:ext cx="393700" cy="12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34645" y="5262662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74718" y="5262662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86900" y="5041900"/>
            <a:ext cx="2197100" cy="219710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916" y="2827139"/>
            <a:ext cx="4171601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Y7 UNIT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916" y="3555802"/>
            <a:ext cx="4171601" cy="912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时间换算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4023916" y="4500662"/>
            <a:ext cx="4171601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Conversion · 时间词 + 点 + 分/半/刻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18559" y="5199162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12445" y="5199162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52518" y="5199162"/>
            <a:ext cx="748256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 Focus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727325"/>
            <a:ext cx="2133600" cy="584200"/>
          </a:xfrm>
          <a:prstGeom prst="rect">
            <a:avLst/>
          </a:prstGeom>
          <a:solidFill>
            <a:srgbClr val="E8CD8A"/>
          </a:solidFill>
          <a:ln w="12700">
            <a:solidFill>
              <a:srgbClr val="E8CD8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95600" y="2727325"/>
            <a:ext cx="2133600" cy="5842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2727325"/>
            <a:ext cx="2133600" cy="584200"/>
          </a:xfrm>
          <a:prstGeom prst="rect">
            <a:avLst/>
          </a:prstGeom>
          <a:solidFill>
            <a:srgbClr val="B5822F"/>
          </a:solidFill>
          <a:ln w="12700">
            <a:solidFill>
              <a:srgbClr val="B5822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62800" y="2727325"/>
            <a:ext cx="2133600" cy="584200"/>
          </a:xfrm>
          <a:prstGeom prst="rect">
            <a:avLst/>
          </a:prstGeom>
          <a:solidFill>
            <a:srgbClr val="6BAFB9"/>
          </a:solidFill>
          <a:ln w="12700">
            <a:solidFill>
              <a:srgbClr val="6BAFB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96400" y="2727325"/>
            <a:ext cx="2133600" cy="584200"/>
          </a:xfrm>
          <a:prstGeom prst="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463925"/>
            <a:ext cx="1693267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13384" y="3578225"/>
            <a:ext cx="190500" cy="1905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6867" y="3463925"/>
            <a:ext cx="1693366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8251" y="3578225"/>
            <a:ext cx="190500" cy="1905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1834" y="3463925"/>
            <a:ext cx="1693267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3217" y="3578225"/>
            <a:ext cx="190500" cy="1905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6701" y="3463925"/>
            <a:ext cx="1693366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8084" y="3578225"/>
            <a:ext cx="190500" cy="1905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41667" y="3463925"/>
            <a:ext cx="1693366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93051" y="3590925"/>
            <a:ext cx="190500" cy="1905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36634" y="3463925"/>
            <a:ext cx="1693267" cy="971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88017" y="3578225"/>
            <a:ext cx="190500" cy="1905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000" y="4575175"/>
            <a:ext cx="2633266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2266" y="4575175"/>
            <a:ext cx="2339280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000" y="4962525"/>
            <a:ext cx="10668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453059" y="187325"/>
            <a:ext cx="185653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Time-of-Day Words · 0–8 min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62000" y="176847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2000" y="1984375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Review: Time-of-Day Words · 复习时间词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762000" y="242887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time-of-day word fits each digital time? Write the word only — hold up!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76400" y="28575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622326" y="3092450"/>
            <a:ext cx="440380" cy="10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5:00–8:00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10000" y="28575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709988" y="3092450"/>
            <a:ext cx="532158" cy="10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before noon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600" y="28575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04223" y="3092450"/>
            <a:ext cx="210987" cy="10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noon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8077200" y="28575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023126" y="3092450"/>
            <a:ext cx="440380" cy="10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afternoon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10210800" y="28575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10788" y="3092450"/>
            <a:ext cx="532158" cy="10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18:00–24:00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1513384" y="35782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38200" y="3832225"/>
            <a:ext cx="156829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06:30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38200" y="4092575"/>
            <a:ext cx="1568299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308251" y="35782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633067" y="3832225"/>
            <a:ext cx="156839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11:00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633067" y="4092575"/>
            <a:ext cx="1568398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5103217" y="35782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428034" y="3832225"/>
            <a:ext cx="156829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14:00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428034" y="4092575"/>
            <a:ext cx="1568299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6898084" y="35782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222901" y="3832225"/>
            <a:ext cx="156839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19:00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222901" y="4092575"/>
            <a:ext cx="1568398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8693051" y="35909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030567" y="3844925"/>
            <a:ext cx="154299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09:45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030567" y="4105275"/>
            <a:ext cx="1542998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Careful — justify it!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0488017" y="3578225"/>
            <a:ext cx="217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9812834" y="3832225"/>
            <a:ext cx="156829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30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9812834" y="4092575"/>
            <a:ext cx="1568299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762000" y="4575175"/>
            <a:ext cx="2660698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time-of-day word only — hold up!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522266" y="4575175"/>
            <a:ext cx="236671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justify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62000" y="4962525"/>
            <a:ext cx="10695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168650"/>
            <a:ext cx="10668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3543300"/>
            <a:ext cx="1693267" cy="749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6867" y="3543300"/>
            <a:ext cx="1693366" cy="749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51834" y="3543300"/>
            <a:ext cx="1693267" cy="749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46701" y="3543300"/>
            <a:ext cx="1693366" cy="749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41667" y="3543300"/>
            <a:ext cx="1693366" cy="7493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36634" y="3543300"/>
            <a:ext cx="1693267" cy="749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4419600"/>
            <a:ext cx="10668000" cy="3937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453059" y="187325"/>
            <a:ext cx="1368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Answers · 0–8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62000" y="22225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62000" y="2438400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Answers · 答案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62000" y="2882900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word against each time.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62000" y="316865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38200" y="3670300"/>
            <a:ext cx="1568299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06:30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8200" y="3911600"/>
            <a:ext cx="1568299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33067" y="3670300"/>
            <a:ext cx="1568398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11:00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33067" y="3911600"/>
            <a:ext cx="15683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28034" y="3670300"/>
            <a:ext cx="1568299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14:00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28034" y="3911600"/>
            <a:ext cx="1568299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22901" y="3670300"/>
            <a:ext cx="1568398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19:00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22901" y="3911600"/>
            <a:ext cx="15683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17867" y="3670300"/>
            <a:ext cx="1568398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09:45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17867" y="3911600"/>
            <a:ext cx="15683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812834" y="3670300"/>
            <a:ext cx="1568299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spc="-26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812834" y="3911600"/>
            <a:ext cx="1568299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4419600"/>
            <a:ext cx="10695432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 — 09:45: it's after the 早上 cutoff (5:00–8:00), so even though it still feels like "morning" in English, in Chinese it's already 上午.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86025"/>
            <a:ext cx="8693150" cy="9588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8617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32752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96887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552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78117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638425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2797175"/>
            <a:ext cx="8282432" cy="513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a time-of-day word with a clock time to describe when something happens.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89000" y="368617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673475"/>
            <a:ext cx="5164880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convert a digital time into Chinese with the correct time-of-day prefix.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93800" y="4041775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用时间词+点说完整时间，e.g. 16:45 → 下午四点三刻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89000" y="432752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314825"/>
            <a:ext cx="3750516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order a set of Chinese characters by stroke count.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93800" y="4683125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按笔画数排序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89000" y="496887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956175"/>
            <a:ext cx="5295650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which time-of-day word is needed just from the digital time shown.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93800" y="5324475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根据数字时间判断该用哪个时间词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9946" y="2136775"/>
            <a:ext cx="914400" cy="4699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54179" y="2136775"/>
            <a:ext cx="533400" cy="4699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37412" y="2136775"/>
            <a:ext cx="1264543" cy="4699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746375"/>
            <a:ext cx="2017316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9316" y="2746375"/>
            <a:ext cx="375225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070225"/>
            <a:ext cx="2017316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79316" y="3070225"/>
            <a:ext cx="3752255" cy="466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3536950"/>
            <a:ext cx="2017316" cy="46355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316" y="3536950"/>
            <a:ext cx="3752255" cy="463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4000500"/>
            <a:ext cx="2017316" cy="463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79316" y="4000500"/>
            <a:ext cx="3752255" cy="463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2000" y="4464050"/>
            <a:ext cx="2017316" cy="46355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79316" y="4464050"/>
            <a:ext cx="3752255" cy="463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4927600"/>
            <a:ext cx="2017316" cy="463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79316" y="4927600"/>
            <a:ext cx="3752255" cy="463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09370" y="2746375"/>
            <a:ext cx="4720630" cy="563166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2000" y="5483225"/>
            <a:ext cx="10668000" cy="3746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453059" y="187325"/>
            <a:ext cx="181416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Conversion Pattern · 10–20 min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2000" y="11779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62000" y="139382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Pattern: Time-of-Day + Clock Time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62000" y="182562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 + 点 + (分/半/刻/差) — say the time-of-day word first, then the clock time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489946" y="2136775"/>
            <a:ext cx="94183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0546" y="2254250"/>
            <a:ext cx="1248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54179" y="2136775"/>
            <a:ext cx="56083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3779" y="2254250"/>
            <a:ext cx="1248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37412" y="2136775"/>
            <a:ext cx="1291975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 / 半 / 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2746375"/>
            <a:ext cx="2044748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79316" y="2746375"/>
            <a:ext cx="3779687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2000" y="3070225"/>
            <a:ext cx="2044748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07:00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779316" y="3070225"/>
            <a:ext cx="3779687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早上七点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62000" y="3536950"/>
            <a:ext cx="2044748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10:30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779316" y="3536950"/>
            <a:ext cx="3779687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上午十点半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62000" y="4000500"/>
            <a:ext cx="2044748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779316" y="4000500"/>
            <a:ext cx="3779687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中午十二点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62000" y="4464050"/>
            <a:ext cx="2044748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16:45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79316" y="4464050"/>
            <a:ext cx="3779687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下午四点三刻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62000" y="4927600"/>
            <a:ext cx="2044748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20:15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779316" y="4927600"/>
            <a:ext cx="3779687" cy="4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晚上八点一刻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4470" y="2860675"/>
            <a:ext cx="1925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128470" y="2860675"/>
            <a:ext cx="4163862" cy="3528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Think-aloud (16:45): First, which time-of-day word? 16:00 is afternoon → 下午. Then the clock time: 45 minutes is 三刻. Put them together: 下午四点三刻.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62000" y="5483225"/>
            <a:ext cx="10695432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👀 Coming up: a silly example that breaks this pattern — watch closely on the next slide!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44950" y="2847975"/>
            <a:ext cx="4102100" cy="135255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6557" y="4733925"/>
            <a:ext cx="2198886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453059" y="187325"/>
            <a:ext cx="198759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Spot the Silly Sentence · 10–20 min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186561" y="1997075"/>
            <a:ext cx="184631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DISCUSS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18842" y="2225675"/>
            <a:ext cx="598164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找找看，哪里怪？· Spot the Silly Sentence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470400" y="3121025"/>
            <a:ext cx="3278632" cy="602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我晚上五点起床。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70400" y="3768725"/>
            <a:ext cx="3278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Wǒ wǎnshang wǔ diǎn qǐchuáng.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94720" y="4378325"/>
            <a:ext cx="46298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What's strange about this sentence? Discuss with a partner.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96557" y="4733925"/>
            <a:ext cx="222631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62786" y="2936875"/>
            <a:ext cx="1266329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25800" y="3349625"/>
            <a:ext cx="2565400" cy="9398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3349625"/>
            <a:ext cx="2565400" cy="939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10570" y="4441825"/>
            <a:ext cx="6570861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05546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Silly Sentence · Answer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186561" y="2136775"/>
            <a:ext cx="184631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DISCUSS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67299" y="2365375"/>
            <a:ext cx="368483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找找看，哪里怪？· Answer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5462786" y="2936875"/>
            <a:ext cx="129376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Reveal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92500" y="3540125"/>
            <a:ext cx="205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SILLY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3492500" y="3736975"/>
            <a:ext cx="205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我晚上五点起床。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94400" y="3673475"/>
            <a:ext cx="2306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67500" y="3540125"/>
            <a:ext cx="205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FIXED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667500" y="3736975"/>
            <a:ext cx="205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我早上七点起床。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10570" y="4441825"/>
            <a:ext cx="65982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 means evening — not when most people get up! Most people 起床 (get up) in the 早上, not the 晚上.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0982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18452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95922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5197475"/>
            <a:ext cx="10414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53352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76212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2200" y="254952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74800" y="2628900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 — which time-of-day word? Write it, hold up.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2200" y="332422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574800" y="3403600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「早上十二点」? (cold call)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2200" y="409892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574800" y="4178300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06:50 to Chinese using 差. Write and hold up.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9000" y="4772025"/>
            <a:ext cx="230632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44600" y="4838700"/>
            <a:ext cx="1930646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 paper — hold up each 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9000" y="5197475"/>
            <a:ext cx="10441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8511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258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005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453059" y="187325"/>
            <a:ext cx="16496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89000" y="19748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89000" y="220345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· Answers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2200" y="29908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574800" y="3070225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 — which time-of-day word?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65416" y="3082925"/>
            <a:ext cx="357281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2200" y="37655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574800" y="3844925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「早上十二点」?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5416" y="3857625"/>
            <a:ext cx="357281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中午十二点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2200" y="45402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4800" y="4619625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06:50 to Chinese using 差.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65416" y="4632325"/>
            <a:ext cx="357281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早上差十分七点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876550"/>
            <a:ext cx="10668000" cy="40640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69269" y="2952750"/>
            <a:ext cx="627459" cy="25400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3397250"/>
            <a:ext cx="2581275" cy="6794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00820" y="3333750"/>
            <a:ext cx="503634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7575" y="339725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53150" y="339725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48725" y="339725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4178300"/>
            <a:ext cx="3496667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7567" y="4178300"/>
            <a:ext cx="3496766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33234" y="4178300"/>
            <a:ext cx="3496766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4775200"/>
            <a:ext cx="10668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53059" y="187325"/>
            <a:ext cx="18909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Guided Worksheet · 20–43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62000" y="20002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WE DO · ACTIVITY 1 (EX3, P.80)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62000" y="220345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Conversion Worksheet · 引导练习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62000" y="2609850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#1 on the board. Then #2–4: write it yourself, check with a partner.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2000" y="2876550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 + 点 + 分/半/刻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00820" y="3333750"/>
            <a:ext cx="531066" cy="15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Modeled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876300" y="3536950"/>
            <a:ext cx="23801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1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76300" y="3695700"/>
            <a:ext cx="23801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07:15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59175" y="3524250"/>
            <a:ext cx="24055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2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3559175" y="3683000"/>
            <a:ext cx="24055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11:40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254750" y="3524250"/>
            <a:ext cx="24055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3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254750" y="3683000"/>
            <a:ext cx="24055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950325" y="3524250"/>
            <a:ext cx="24055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4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950325" y="3683000"/>
            <a:ext cx="24055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16:00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3600" y="4241800"/>
            <a:ext cx="33208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449167" y="4241800"/>
            <a:ext cx="33209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034834" y="4241800"/>
            <a:ext cx="33209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762000" y="477520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308350"/>
            <a:ext cx="10668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3708400"/>
            <a:ext cx="2571750" cy="9715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96058" y="3644900"/>
            <a:ext cx="503634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60750" y="3708400"/>
            <a:ext cx="2571750" cy="971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9500" y="3708400"/>
            <a:ext cx="2571750" cy="971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8250" y="3708400"/>
            <a:ext cx="2571750" cy="971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53059" y="187325"/>
            <a:ext cx="143594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Answers · 20–43 min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62000" y="23558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WE DO · ACTIVITY 1 (EX3, P.80)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2000" y="2571750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Conversion Worksheet · Answers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62000" y="3003550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Compare with your partner's answer.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62000" y="330835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796058" y="3644900"/>
            <a:ext cx="531066" cy="15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876300" y="386080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1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76300" y="4019550"/>
            <a:ext cx="23705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07:15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6300" y="4292600"/>
            <a:ext cx="23705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早上七点一刻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75050" y="386080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2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3575050" y="4019550"/>
            <a:ext cx="23705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11:40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75050" y="4292600"/>
            <a:ext cx="23705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上午十一点四十分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73800" y="386080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3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6273800" y="4019550"/>
            <a:ext cx="23705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73800" y="4292600"/>
            <a:ext cx="23705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中午十二点半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72550" y="386080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4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8972550" y="4019550"/>
            <a:ext cx="23705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16:00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972550" y="4292600"/>
            <a:ext cx="23705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13690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57575" y="313690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53150" y="313690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89440" y="3073400"/>
            <a:ext cx="508695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48725" y="3136900"/>
            <a:ext cx="2581275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5015" y="3073400"/>
            <a:ext cx="508695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930650"/>
            <a:ext cx="3496667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7567" y="3930650"/>
            <a:ext cx="3496766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33234" y="3930650"/>
            <a:ext cx="3496766" cy="508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4540250"/>
            <a:ext cx="10668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53059" y="187325"/>
            <a:ext cx="22037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Independent Conversion · 20–43 min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62000" y="22352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YOU DO · ACTIVITY 2 (EX3, P.80)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2000" y="243840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Independent Conversion · 自己写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62000" y="2844800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items 5–8 by yourself, then self-mark against the projected answer key.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3600" y="3263900"/>
            <a:ext cx="24055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63600" y="3422650"/>
            <a:ext cx="24055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20:45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559175" y="3263900"/>
            <a:ext cx="24055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6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3559175" y="3422650"/>
            <a:ext cx="24055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89440" y="3073400"/>
            <a:ext cx="53612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Try 差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67450" y="3276600"/>
            <a:ext cx="23801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7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267450" y="3435350"/>
            <a:ext cx="23801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07:50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885015" y="3073400"/>
            <a:ext cx="53612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Try 差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8963025" y="3276600"/>
            <a:ext cx="238010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8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963025" y="3435350"/>
            <a:ext cx="238010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14:55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3600" y="3994150"/>
            <a:ext cx="33208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449167" y="3994150"/>
            <a:ext cx="33209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034834" y="3994150"/>
            <a:ext cx="33209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762000" y="454025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324225"/>
            <a:ext cx="10668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3724275"/>
            <a:ext cx="2571750" cy="939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60750" y="3724275"/>
            <a:ext cx="2571750" cy="939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59500" y="3724275"/>
            <a:ext cx="2571750" cy="939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61312" y="3660775"/>
            <a:ext cx="568127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8250" y="3724275"/>
            <a:ext cx="2571750" cy="939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60062" y="3660775"/>
            <a:ext cx="568127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53059" y="187325"/>
            <a:ext cx="146183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Answers · 20–43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2000" y="23717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YOU DO · ACTIVITY 2 (EX3, P.80)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2000" y="258762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Independent Conversion · Answers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62000" y="3019425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Self-mark now.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62000" y="3324225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63600" y="3876675"/>
            <a:ext cx="23959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63600" y="4035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20:45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3600" y="4289425"/>
            <a:ext cx="23959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晚上八点三刻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62350" y="3876675"/>
            <a:ext cx="23959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6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3562350" y="4035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09:05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2350" y="4289425"/>
            <a:ext cx="23959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早上九点零五分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61312" y="3660775"/>
            <a:ext cx="59555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差 form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61100" y="3876675"/>
            <a:ext cx="23959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7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261100" y="4035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07:50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61100" y="4289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早上差十分八点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860062" y="3660775"/>
            <a:ext cx="59555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3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差 form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59850" y="3876675"/>
            <a:ext cx="23959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8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959850" y="4035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14:55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59850" y="4289425"/>
            <a:ext cx="23959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下午差五分三点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6479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54784" y="26479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47567" y="2647950"/>
            <a:ext cx="1703983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40450" y="26479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3234" y="26479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26017" y="2647950"/>
            <a:ext cx="1703983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5242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4784" y="35242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7567" y="3524250"/>
            <a:ext cx="1703983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0450" y="35242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3234" y="3524250"/>
            <a:ext cx="1703884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26017" y="3524250"/>
            <a:ext cx="1703983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4425950"/>
            <a:ext cx="10668000" cy="514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5029200"/>
            <a:ext cx="10668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453059" y="187325"/>
            <a:ext cx="211301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Stroke-Count Ordering · 20–43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62000" y="17462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38–43 MIN · YOU DO · ACTIVITY 3 (EX4, P.80)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2000" y="194945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Ordering · 按笔画数排序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62000" y="2355850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arrange the 12 character cards from lowest to highest stroke count.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5500" y="27622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5500" y="32067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chà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18284" y="27622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618284" y="32067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shí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411067" y="2762250"/>
            <a:ext cx="160441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411067" y="3206750"/>
            <a:ext cx="1604415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03950" y="27622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203950" y="32067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shàng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996734" y="27622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996734" y="32067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diǎn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789517" y="2762250"/>
            <a:ext cx="160441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789517" y="3206750"/>
            <a:ext cx="1604415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825500" y="36385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825500" y="40830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bàn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618284" y="36385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618284" y="40830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411067" y="3638550"/>
            <a:ext cx="160441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411067" y="4083050"/>
            <a:ext cx="1604415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kè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03950" y="36385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203950" y="40830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fēn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996734" y="3638550"/>
            <a:ext cx="16043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996734" y="4083050"/>
            <a:ext cx="16043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wǔ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789517" y="3638550"/>
            <a:ext cx="160441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9789517" y="4083050"/>
            <a:ext cx="1604415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zhōng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27100" y="4527550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168400" y="4692650"/>
            <a:ext cx="4373908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Extension: once ordered, group characters that share a stroke count — how many groups can you find?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62000" y="502920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3267075"/>
            <a:ext cx="10922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3641725"/>
            <a:ext cx="457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44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58900" y="3641725"/>
            <a:ext cx="838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88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3800" y="3641725"/>
            <a:ext cx="1219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42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49700" y="3641725"/>
            <a:ext cx="457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791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73600" y="3641725"/>
            <a:ext cx="457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30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7500" y="3641725"/>
            <a:ext cx="457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269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1400" y="3641725"/>
            <a:ext cx="838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331" y="3565525"/>
            <a:ext cx="198338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26300" y="3641725"/>
            <a:ext cx="457200" cy="552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32811" y="3565525"/>
            <a:ext cx="244177" cy="114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000" y="4295775"/>
            <a:ext cx="10922000" cy="3619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453059" y="187325"/>
            <a:ext cx="208880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Stroke-Count Answers · 20–43 min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35000" y="2378075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38–43 MIN · YOU DO · ACTIVITY 3 (EX4, P.80)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35000" y="2581275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Ordering · Answers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5000" y="2987675"/>
            <a:ext cx="10949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Lowest to highest, grouped by shared count.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5000" y="3267075"/>
            <a:ext cx="10949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644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7493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557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6788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3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4732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8542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22606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742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4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781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591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3401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37465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0791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5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0640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4704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030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6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7879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51943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5269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8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55118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9182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41331" y="3565525"/>
            <a:ext cx="22577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9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2357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66167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023100" y="3816350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332811" y="3565525"/>
            <a:ext cx="27160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11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340600" y="3756025"/>
            <a:ext cx="256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635000" y="4295775"/>
            <a:ext cx="1094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tied groups: 上/下 (3 strokes), 午/分/中 (4 strokes), 差/点 (9 strokes) — 8 stroke-count values across 12 characters.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5950" y="3038475"/>
            <a:ext cx="11557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30750" y="3038475"/>
            <a:ext cx="11557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5550" y="3038475"/>
            <a:ext cx="11557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80350" y="3038475"/>
            <a:ext cx="11557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62698" y="4010025"/>
            <a:ext cx="571401" cy="7556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61099" y="4010025"/>
            <a:ext cx="571401" cy="7556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59500" y="4010025"/>
            <a:ext cx="571401" cy="7556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7901" y="4010025"/>
            <a:ext cx="571401" cy="7556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453059" y="187325"/>
            <a:ext cx="130765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Stroke-Count Relay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54179" y="1927225"/>
            <a:ext cx="91097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80705" y="2155825"/>
            <a:ext cx="50579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Relay · 笔画接力赛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4012406" y="2651125"/>
            <a:ext cx="419462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up, grab a card, place it in the next slot — race to the correct order!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21050" y="3165475"/>
            <a:ext cx="852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🃏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321050" y="3546475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Pick a card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438650" y="33051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5850" y="3165475"/>
            <a:ext cx="852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895850" y="3546475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up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13450" y="33051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650" y="3165475"/>
            <a:ext cx="852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📥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470650" y="3546475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 in line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588250" y="33051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45450" y="3165475"/>
            <a:ext cx="852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8045450" y="3546475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back — next!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876998" y="4149725"/>
            <a:ext cx="370233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1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876998" y="4308475"/>
            <a:ext cx="370233" cy="3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575399" y="4149725"/>
            <a:ext cx="370233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2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5575399" y="4308475"/>
            <a:ext cx="370233" cy="3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🔵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6273800" y="4149725"/>
            <a:ext cx="370233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3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6273800" y="4308475"/>
            <a:ext cx="370233" cy="3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🟡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72201" y="4149725"/>
            <a:ext cx="370233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4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6972201" y="4308475"/>
            <a:ext cx="370233" cy="3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🟢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964557" y="4930775"/>
            <a:ext cx="3014214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team with a fully correct stroke-count order wins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54539" y="4930775"/>
            <a:ext cx="3100237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🔧 Setup: 4 identical 12-card sets + clear floor space to run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174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968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1762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481090"/>
            <a:ext cx="6781800" cy="75942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380210"/>
            <a:ext cx="6832600" cy="889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53059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47449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70309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889000" y="2325390"/>
            <a:ext cx="76474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104900" y="3633490"/>
            <a:ext cx="63774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4900" y="3874790"/>
            <a:ext cx="6377432" cy="231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one digital time and its Chinese conversion that you're confident about.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30300" y="4545310"/>
            <a:ext cx="4550716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30300" y="4691360"/>
            <a:ext cx="4550716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15:30 to Chinese (time-of-day + clock time).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0300" y="4970760"/>
            <a:ext cx="455071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 on the way out.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89000" y="5383510"/>
            <a:ext cx="475107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39875" y="5383510"/>
            <a:ext cx="883194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98837" y="5383510"/>
            <a:ext cx="72801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160984"/>
            <a:ext cx="10414000" cy="2921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618184"/>
            <a:ext cx="6515100" cy="2777331"/>
          </a:xfrm>
          <a:prstGeom prst="roundRect">
            <a:avLst/>
          </a:prstGeom>
          <a:solidFill>
            <a:srgbClr val="F6F2E8"/>
          </a:solidFill>
          <a:ln w="190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453059" y="187325"/>
            <a:ext cx="128959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Answer Reveal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89000" y="1310084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89000" y="1538684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Exit Ticket Answer · 答案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89000" y="2160984"/>
            <a:ext cx="104414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64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Reveal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89050" y="2916634"/>
            <a:ext cx="5742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9050" y="3151584"/>
            <a:ext cx="5742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15:30 to Chinese.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9050" y="3551634"/>
            <a:ext cx="57424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289050" y="3729434"/>
            <a:ext cx="5742432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下午三点半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89050" y="4326334"/>
            <a:ext cx="5742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xiàwǔ sān diǎn bàn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9050" y="4662884"/>
            <a:ext cx="5742432" cy="4524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(afternoon) + 三点 (3 o'clock) + 半 (half)</a:t>
            </a:r>
            <a:endParaRPr lang="en-US" sz="95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check the time-of-day word first, then add the clock time!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9000" y="5560616"/>
            <a:ext cx="10441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3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 6 new radicals &amp; listening for pinyin an, en, in, un, ün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69841" y="3722291"/>
            <a:ext cx="4252218" cy="11811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97054" y="1548209"/>
            <a:ext cx="625225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4622602" y="2513409"/>
            <a:ext cx="297422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763367" y="3021409"/>
            <a:ext cx="4692698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convert any digital time into a full Chinese time expression.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time-of-day word first, then the clock time!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287341" y="3938191"/>
            <a:ext cx="3644650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287341" y="4115991"/>
            <a:ext cx="3644650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Radicals &amp; Pinyin Listening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287341" y="4516041"/>
            <a:ext cx="364465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 + listening for pinyin an, en, in, un, ün sounds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397772" y="5106591"/>
            <a:ext cx="342378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时间词 + 点 + 分/半/刻/差 = a full time expression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部首 (radicals) &amp; 拼音听力 (pinyin listening)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2026-07-20T00:30:55Z</dcterms:created>
  <dcterms:modified xsi:type="dcterms:W3CDTF">2026-07-20T00:30:55Z</dcterms:modified>
</cp:coreProperties>
</file>