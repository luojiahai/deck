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6632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Y9 · L10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43633" y="166688"/>
            <a:ext cx="1410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菜市场 Fresh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5700" y="176213"/>
            <a:ext cx="3757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36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第四单元 · 第十课 · PP.91, 94, 97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47925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9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 · 公斤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416498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Prices at the Stall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08949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活鱼、活虾、豆腐 + 价钱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52125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7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五个新词 · 三个学习环 · 50 分钟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6703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50628" y="166688"/>
            <a:ext cx="837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0114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上节课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77367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1 · 菜市场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1607493"/>
            <a:ext cx="10972800" cy="1186160"/>
          </a:xfrm>
          <a:prstGeom prst="roundRect">
            <a:avLst>
              <a:gd name="adj" fmla="val 10707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185514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看字说拼音和英文。 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Then: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小白板 —— 我家附近有一个菜市场，那里的＿＿很＿＿。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20057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课本练习一（作业本）：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八张图配词 —— 猪肉 / 牛肉 / 羊肉 / 鸡肉 / 活鱼 / 活虾 / 豆腐 / 蔬菜。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295870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3583" y="329832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市场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334917" y="295870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38900" y="329832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060234" y="295870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64217" y="329832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09600" y="4622155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3583" y="4961781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334917" y="4622155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38900" y="4961781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060234" y="4622155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64217" y="4961781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1905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995" y="176213"/>
            <a:ext cx="4009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074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ARE LEARNING TO…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96318"/>
            <a:ext cx="9715500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7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name the rest of the market's food and write its price with the right measure word.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442270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262949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279327" y="2629495"/>
            <a:ext cx="609252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chicken, live fish, live shrimp and tofu in Chinese.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9327" y="2964656"/>
            <a:ext cx="60925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能说出「鸡肉」「活鱼」「活虾」「豆腐」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3570982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5820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279327" y="3758208"/>
            <a:ext cx="515802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that something is alive and fresh using 活.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9327" y="4093369"/>
            <a:ext cx="5158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能用「活」说活鱼、活虾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600" y="4699695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88692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279327" y="4886920"/>
            <a:ext cx="569601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a price sentence with the right measure word.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9327" y="5222081"/>
            <a:ext cx="56960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能写「猪肉十块钱一斤」这样的句子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jir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05584" y="3866852"/>
            <a:ext cx="5269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jīròu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鸡肉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650034" y="5070723"/>
            <a:ext cx="1252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chicken meat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Users/luojiahai/code/deck/index/designs/y9-l10/img/douf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15958" y="3866852"/>
            <a:ext cx="6366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dòufu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221861" y="5070723"/>
            <a:ext cx="1440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tofu; bean curd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26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8838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58838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1123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菜市场卖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鸡肉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20379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fresh market sells chicken.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63304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63304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很便宜。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Tofu is cheap.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67770"/>
            <a:ext cx="10972800" cy="10520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67770"/>
            <a:ext cx="0" cy="10520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017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那里的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鸡肉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很新鲜，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也很便宜。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29311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chicken there is fresh and the tofu is cheap too.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7223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问：豆腐贵不贵？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229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49959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7380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＿＿＿＿很新鲜。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304055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我喜欢吃＿＿＿＿。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2088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40561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6903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一句话里用上「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鸡肉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豆腐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」和「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还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 —— 那里的鸡肉很新鲜，还很便宜。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352" y="176213"/>
            <a:ext cx="3954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huoy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64669" y="3866852"/>
            <a:ext cx="406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huó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59001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841873" y="5070723"/>
            <a:ext cx="8608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alive; live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Users/luojiahai/code/deck/index/designs/y9-l10/img/huox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72227" y="3866852"/>
            <a:ext cx="3177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xiā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962900" y="4285952"/>
            <a:ext cx="196875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虾（蝦）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619083" y="4931122"/>
            <a:ext cx="6302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shrimp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250" y="176213"/>
            <a:ext cx="401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26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8838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58838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1123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菜市场卖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20379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fresh market sells live fish.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63304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63304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妈妈买了两只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虾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Mum bought two shrimps.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67770"/>
            <a:ext cx="10972800" cy="10520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67770"/>
            <a:ext cx="0" cy="10520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017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那里的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活虾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又大又新鲜。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29311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live shrimp there are big and fresh.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7223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问：菜市场卖什么活的东西？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229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49959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7380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菜市场卖＿＿鱼和＿＿虾。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304055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那里的活虾很＿＿。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2088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40561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6903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」写两句，一句说鱼，一句说虾，两句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都要有价钱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市场上的两个单位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gongj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47231" y="3866852"/>
            <a:ext cx="8498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gōngjīn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公斤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869853" y="5070723"/>
            <a:ext cx="8038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kilogram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781604" y="2406253"/>
            <a:ext cx="29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jīn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08950" y="2888754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endParaRPr lang="en-US" sz="6600" dirty="0"/>
          </a:p>
        </p:txBody>
      </p:sp>
      <p:sp>
        <p:nvSpPr>
          <p:cNvPr id="17" name="Text 14"/>
          <p:cNvSpPr/>
          <p:nvPr/>
        </p:nvSpPr>
        <p:spPr>
          <a:xfrm>
            <a:off x="8085237" y="3988445"/>
            <a:ext cx="1719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half a kilo（市斤）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7955" y="176213"/>
            <a:ext cx="4346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26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8838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58838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1123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在菜市场，一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公斤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苹果八块钱。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20379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the fresh market, a kilo of apples is 8 kuai.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63304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63304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大白菜两块五毛一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Chinese cabbage is 2.50 a jin.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67770"/>
            <a:ext cx="10972800" cy="10520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67770"/>
            <a:ext cx="0" cy="10520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017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公斤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就是两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29311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kilogram is two jin.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7223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问：一公斤苹果在超市卖多少钱？（课文一：十二块）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229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49959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7380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一公斤＿＿＿＿＿＿块钱。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304055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＿＿＿＿＿＿块一斤。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2088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40561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6903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同一样东西写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两次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一次用「斤」，一次用「公斤」。两个价钱要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对得上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023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97248" y="166688"/>
            <a:ext cx="1606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249" y="176213"/>
            <a:ext cx="4598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72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只看汉字 · 一起读 · 说拼音和英文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鸡肉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虾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公斤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537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654" y="176213"/>
            <a:ext cx="4604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74071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今天的句型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67693"/>
            <a:ext cx="10972800" cy="1098352"/>
          </a:xfrm>
          <a:prstGeom prst="roundRect">
            <a:avLst>
              <a:gd name="adj" fmla="val 11563"/>
            </a:avLst>
          </a:prstGeom>
          <a:solidFill>
            <a:srgbClr val="E4D5BC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40644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东西 + 价钱 + 一 + 量词 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381845"/>
            <a:ext cx="10972800" cy="7505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33412" y="2381845"/>
            <a:ext cx="0" cy="7505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825" y="253424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猪肉十块钱一斤。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9600" y="3284786"/>
            <a:ext cx="10972800" cy="7505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3412" y="3284786"/>
            <a:ext cx="0" cy="7505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5825" y="3437186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活鱼十五块钱一条。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4187726"/>
            <a:ext cx="10972800" cy="7505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187726"/>
            <a:ext cx="0" cy="7505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340126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豆腐一块五一块。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9600" y="5090666"/>
            <a:ext cx="10972800" cy="10520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33412" y="5090666"/>
            <a:ext cx="0" cy="10520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825" y="5243066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活虾十五块一斤，比牛排便宜。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5825" y="5752207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price plus a comparison — this is the one to aim for.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0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7556" y="166688"/>
            <a:ext cx="167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Today's Words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3553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今天的词 · 这块板一直留在屏幕上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24409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jir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566" y="1411635"/>
            <a:ext cx="1168301" cy="11683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34617" y="2681436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鸡肉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51734" y="1224409"/>
            <a:ext cx="3488382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Users/luojiahai/code/deck/index/designs/y9-l10/img/douf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701" y="1411635"/>
            <a:ext cx="1168301" cy="11683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751" y="2681436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94018" y="1224409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Users/luojiahai/code/deck/index/designs/y9-l10/img/huoy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984" y="1411635"/>
            <a:ext cx="1168301" cy="11683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9034" y="2681436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活鱼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713113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Users/luojiahai/code/deck/index/designs/y9-l10/img/huoxi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566" y="3900339"/>
            <a:ext cx="1168301" cy="11683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34617" y="517014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活虾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4351734" y="3713113"/>
            <a:ext cx="3488382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Users/luojiahai/code/deck/index/designs/y9-l10/img/gongj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701" y="3900339"/>
            <a:ext cx="1168301" cy="116830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76751" y="517014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公斤</a:t>
            </a:r>
            <a:endParaRPr lang="en-US" sz="3300" dirty="0"/>
          </a:p>
        </p:txBody>
      </p:sp>
      <p:sp>
        <p:nvSpPr>
          <p:cNvPr id="24" name="Text 17"/>
          <p:cNvSpPr/>
          <p:nvPr/>
        </p:nvSpPr>
        <p:spPr>
          <a:xfrm>
            <a:off x="8094018" y="3713113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9628584" y="5170140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endParaRPr lang="en-US" sz="3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845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46871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任务 · 摆摊子价目表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059" y="176213"/>
            <a:ext cx="4610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3347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91 页 练习一 · 用今天的量词 · 10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09700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摆摊子 — Write the stall's price list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1939826"/>
            <a:ext cx="10972800" cy="2386310"/>
          </a:xfrm>
          <a:prstGeom prst="roundRect">
            <a:avLst>
              <a:gd name="adj" fmla="val 5322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18747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屏幕上十五样东西，每样都有价钱。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写八句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，句句都要有量词。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53290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例：大白菜两块五毛一斤。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293295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 ¥1.50/斤 · 西红柿 ¥3.10/斤 · 活鱼 ¥15.00/条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33300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活虾 ¥15.00/斤 · 猪肉 ¥10.00/斤 · 豆腐 ¥1.50/块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33450" y="373305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再做：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作业本练习四 —— 十五张图写汉字（生菜、西红柿、西兰花、橙子、土豆……）。3 分钟。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600" y="4503837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7250" y="4700588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7250" y="4964013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十五句全写完，再给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最便宜的三样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写一句吆喝（照 CD 38 的样子）：快来买豆腐！两块钱一块！ 最后算一算：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一斤猪肉加一条活鱼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一共多少钱，用中文写出来。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1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632" y="166688"/>
            <a:ext cx="13902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听力 · 听价钱 CD 38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8607" y="176213"/>
            <a:ext cx="4543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335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94 页 练习六 + 作业本练习十三 · 8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09725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听价钱 — Listen and write the price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139851"/>
            <a:ext cx="10972800" cy="1986260"/>
          </a:xfrm>
          <a:prstGeom prst="roundRect">
            <a:avLst>
              <a:gd name="adj" fmla="val 6394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38750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CD 38 放两遍。听到价钱，写在图下面。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73293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 · 牛排 · 羊肉 · 鸡腿 · 活鱼 · 活虾 · 豆腐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13298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作业本练习十三 —— 十二张图，写成完整的价钱句。写六句。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47841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例：一斤羊肉十八元。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4303812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500563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76398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第二遍以后，价钱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不写数字，写句子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，再跟上面那一样比一比：黄鱼二十八块一斤，比豆腐贵多了。 录音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不再放第三遍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0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755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量词大赛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505" y="176213"/>
            <a:ext cx="460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5350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5 分钟 · 小组比赛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29730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量词大赛 — Measure-word race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659856"/>
            <a:ext cx="10972800" cy="1240780"/>
          </a:xfrm>
          <a:prstGeom prst="roundRect">
            <a:avLst>
              <a:gd name="adj" fmla="val 10235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90750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屏幕上三十个词。小组在小白板上给每个词配一个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正确的量词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。时间到，配对最多的组赢。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5293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办公室 · 西装 · 领带 · 豆腐 · 蔬菜 · 薯片 · 项链 · 皮靴 · 椅子 ……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09600" y="4078337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275088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538514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光写量词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不算分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要把量词写进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一个价钱句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里才算：一双皮靴四百六十五块。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4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8002" y="166688"/>
            <a:ext cx="8596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1910" y="176213"/>
            <a:ext cx="4611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280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99034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今天学会了吗？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316510"/>
            <a:ext cx="10972800" cy="840730"/>
          </a:xfrm>
          <a:prstGeom prst="roundRect">
            <a:avLst>
              <a:gd name="adj" fmla="val 1510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56416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三个目标，每个举手：会 / 差不多 / 还不会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3322290"/>
            <a:ext cx="10972800" cy="1577876"/>
          </a:xfrm>
          <a:prstGeom prst="roundRect">
            <a:avLst>
              <a:gd name="adj" fmla="val 8049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8751" y="3646140"/>
            <a:ext cx="104799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8751" y="3909566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spcBef>
                <a:spcPts val="500"/>
              </a:spcBef>
              <a:buNone/>
            </a:pP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写一个价钱句，用「活鱼」或者「豆腐」，</a:t>
            </a: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量词不能错</a:t>
            </a: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9600" y="5065216"/>
            <a:ext cx="111922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spcBef>
                <a:spcPts val="1300"/>
              </a:spcBef>
              <a:buNone/>
            </a:pPr>
            <a:r>
              <a:rPr lang="en-US" sz="1500" b="1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下节课：</a:t>
            </a: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我们学「比」—— 怎么说菜市场的菜比超市的便宜。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2026-09-14T03:46:57Z</dcterms:created>
  <dcterms:modified xsi:type="dcterms:W3CDTF">2026-09-14T03:46:57Z</dcterms:modified>
</cp:coreProperties>
</file>