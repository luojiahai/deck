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14400" y="5904905"/>
            <a:ext cx="16459200" cy="971550"/>
          </a:xfrm>
          <a:prstGeom prst="roundRect">
            <a:avLst>
              <a:gd name="adj" fmla="val 11765"/>
            </a:avLst>
          </a:prstGeom>
          <a:solidFill>
            <a:srgbClr val="F2EFE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14400" y="7028855"/>
            <a:ext cx="16459200" cy="971550"/>
          </a:xfrm>
          <a:prstGeom prst="roundRect">
            <a:avLst>
              <a:gd name="adj" fmla="val 11765"/>
            </a:avLst>
          </a:prstGeom>
          <a:solidFill>
            <a:srgbClr val="F2EFE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0" y="974883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2026-09-14T06:12:45Z</dcterms:created>
  <dcterms:modified xsi:type="dcterms:W3CDTF">2026-09-14T06:12:45Z</dcterms:modified>
</cp:coreProperties>
</file>