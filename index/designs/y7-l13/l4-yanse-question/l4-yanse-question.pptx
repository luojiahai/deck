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45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Title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endParaRPr lang="en-US" sz="33000" dirty="0"/>
          </a:p>
        </p:txBody>
      </p:sp>
      <p:sp>
        <p:nvSpPr>
          <p:cNvPr id="8" name="Text 6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Y7 UNIT 5 · 轻松学中文 1</a:t>
            </a:r>
            <a:endParaRPr lang="en-US" sz="1950" dirty="0"/>
          </a:p>
        </p:txBody>
      </p:sp>
      <p:pic>
        <p:nvPicPr>
          <p:cNvPr id="9" name="Image 0" descr="/var/folders/6c/210dcgxn4gz5sm71vld2cy1h0000gn/T/tmp.3MeIcQemFz/l4-yanse-question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543" y="3172271"/>
            <a:ext cx="1496764" cy="1428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</a:t>
            </a: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</a:t>
            </a: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颜色？</a:t>
            </a:r>
            <a:endParaRPr lang="en-US" sz="9750" dirty="0"/>
          </a:p>
        </p:txBody>
      </p:sp>
      <p:sp>
        <p:nvSpPr>
          <p:cNvPr id="11" name="Text 8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 · Orange · Purple · Brown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6167580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416586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773772" y="7638455"/>
            <a:ext cx="6749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973821" y="7638455"/>
            <a:ext cx="11406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4262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430935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 — 写在小白板上，一起举起来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964335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black train　·　the pink bus　·　the white taxi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27265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19200" y="5217765"/>
            <a:ext cx="384733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我喜欢红色出租车。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257800" y="529872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29300" y="5217765"/>
            <a:ext cx="42748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我喜欢红色的出租车。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14400" y="6151215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6341715"/>
            <a:ext cx="256489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校车黄色的。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000500" y="6422678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6341715"/>
            <a:ext cx="213741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黄色的校车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435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 · SC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381000"/>
          </a:xfrm>
          <a:prstGeom prst="roundRect">
            <a:avLst>
              <a:gd name="adj" fmla="val 2497500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我们学怎么问别人喜欢什么颜色。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381000"/>
          </a:xfrm>
          <a:prstGeom prst="roundRect">
            <a:avLst>
              <a:gd name="adj" fmla="val 24975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892611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我会问「你喜欢什么颜色？」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你喜欢什么颜色？and answer it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665936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我会说橙色、紫色、棕色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橙色、紫色、棕色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918600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我会写「颜」和「橙」</a:t>
            </a: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颜 and 橙 with the correct stroke order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3MeIcQemFz/l4-yanse-question/slides/04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670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273004" y="6378773"/>
            <a:ext cx="127060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yánsè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420344" y="7169348"/>
            <a:ext cx="9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这是「颜色」这个类 — </a:t>
            </a: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</a:t>
            </a: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一个颜色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3MeIcQemFz/l4-yanse-question/slides/04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970" y="237455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2493228" y="6378773"/>
            <a:ext cx="183380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chéngsè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2862620" y="7169348"/>
            <a:ext cx="1080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orange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44229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shénme yánsè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101429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80241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colour do you like?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50726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chéngsè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96446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566544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orange.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637029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shénme yánsè — wǒ xǐhuan chéngsè hé hóngsè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82749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你喜欢什么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B: 我喜欢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和红色。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7528471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words, one exchange.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2313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800499"/>
            <a:ext cx="16459200" cy="12038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2800499"/>
            <a:ext cx="0" cy="12038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029099"/>
            <a:ext cx="16108299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252020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42975" y="4252020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6350" y="4480620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104900" y="593109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39243" y="5798790"/>
            <a:ext cx="5828086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先写问题，再写自己的答案。60 秒。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57790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8250" y="686365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95326" y="6806505"/>
            <a:ext cx="9190256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一次写三个人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我喜欢橙色，我爸爸喜欢黑色和白色，我妈妈不喜欢橙色。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ask the teacher the question in Chinese and write down the answer.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269778"/>
            <a:ext cx="7962900" cy="6013996"/>
          </a:xfrm>
          <a:prstGeom prst="roundRect">
            <a:avLst>
              <a:gd name="adj" fmla="val 443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3MeIcQemFz/l4-yanse-question/slides/07-vocab-a2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670" y="2669828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5222528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469457" y="6674048"/>
            <a:ext cx="86984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zǐsè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419600" y="7464623"/>
            <a:ext cx="97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purple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2269778"/>
            <a:ext cx="7962900" cy="6013996"/>
          </a:xfrm>
          <a:prstGeom prst="roundRect">
            <a:avLst>
              <a:gd name="adj" fmla="val 4435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3MeIcQemFz/l4-yanse-question/slides/07-vocab-a2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970" y="2669828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72950" y="5222528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624346" y="6674048"/>
            <a:ext cx="156632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zōngsè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2922895" y="7464623"/>
            <a:ext cx="9571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brown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44229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xǐhuan zǐsè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3101429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80241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sister likes purple.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50726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bù xǐhuan zōngsè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96446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566544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like brown.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6370290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xǐhuan zǐsè hé zōngsè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827490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我妈妈喜欢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7528471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likes purple and brown.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2313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26185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526185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754785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喜欢</a:t>
            </a: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205264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072955"/>
            <a:ext cx="441782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在小白板上写一句。60 秒。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852071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1378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080671"/>
            <a:ext cx="10352624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问旁边的同学「你喜欢什么颜色？」，把他的答案写成一句话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他喜欢紫色和蓝色。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report it to the class without looking at what you wrote.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认字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08610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读出来 — 最后一个不是颜色，是什么？为什么？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619500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73461" y="42957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4251871" y="3619500"/>
            <a:ext cx="310902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11080" y="43148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7589490" y="3619500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48551" y="42957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926961" y="3619500"/>
            <a:ext cx="3109020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86171" y="42957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4264580" y="3619500"/>
            <a:ext cx="3108871" cy="1571625"/>
          </a:xfrm>
          <a:prstGeom prst="roundRect">
            <a:avLst>
              <a:gd name="adj" fmla="val 12121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323641" y="429577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14400" y="541972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25836" y="6096000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4251871" y="5419725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11080" y="60960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7589490" y="541972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48551" y="60960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0926961" y="5419725"/>
            <a:ext cx="310902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986171" y="60960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4264580" y="5419725"/>
            <a:ext cx="3108871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0" descr="/var/folders/6c/210dcgxn4gz5sm71vld2cy1h0000gn/T/tmp.3MeIcQemFz/l4-yanse-question/slides/10-recall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0013" y="5600700"/>
            <a:ext cx="957858" cy="9144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323641" y="6591300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endParaRPr lang="en-US" sz="3900" dirty="0"/>
          </a:p>
        </p:txBody>
      </p:sp>
      <p:sp>
        <p:nvSpPr>
          <p:cNvPr id="29" name="Shape 26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23900" y="1044178"/>
            <a:ext cx="1717700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喜欢 </a:t>
            </a:r>
            <a:r>
              <a:rPr lang="en-US" sz="24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33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什么颜色</a:t>
            </a:r>
            <a:r>
              <a:rPr lang="en-US" sz="33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18717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xǐhuan shénme yánsè — wǒ xǐhuan chéngsè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60627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 — 我喜欢橙色。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22957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colour do you like? — I like orange.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76297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māma xǐhuan shénme yánsè — tā xǐhuan zǐsè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8207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你妈妈喜欢什么颜色？ — 她喜欢紫色。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805363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colour does your mum like? — She likes purple.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3876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gēge xǐhuan shénme yánsè — tā xǐhuan zōngsè hé hēisè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75786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你哥哥喜欢什么颜色？ — 他喜欢棕色和黑色。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38115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He likes brown and black.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691455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 měitiān zuò shénme yánsè de xiàochē shàngxué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33365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你每天坐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什么颜色的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校车上学？ — 我坐黄色的校车上学。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7956947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什么颜色 inside a 的 phrase, carrying the whole Unit 4 sentence.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452247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2C4C7C">
              <a:alpha val="10000"/>
            </a:srgbClr>
          </a:solidFill>
          <a:ln w="19050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623697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623697"/>
            <a:ext cx="44859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「什么」放在答案的位置上。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什么颜色你喜欢？ ✓ 你喜欢什么颜色？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11077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51993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3519934"/>
            <a:ext cx="501911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「什么」在「喜欢」前面还是后面？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32955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4329559"/>
            <a:ext cx="833347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怎么问 </a:t>
            </a: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colour does your dad like?</a:t>
            </a: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写在小白板上。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513918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5139184"/>
            <a:ext cx="5253049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这句对不对？ </a:t>
            </a: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什么颜色你喜欢？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6062067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6252567"/>
            <a:ext cx="34198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什么颜色你喜欢？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838700" y="6333530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10200" y="6252567"/>
            <a:ext cx="34198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你喜欢什么颜色？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106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(20–27)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1758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课本 p.98 Ex.3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2718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246239"/>
            <a:ext cx="659090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两个人一组，轮流 — A 指图问，B 回答。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3949154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3968204"/>
            <a:ext cx="7756309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葡萄、云、柠檬、蝴蝶结、兔子、橙子、灭火器。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67112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4690170"/>
            <a:ext cx="869992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草和灰的那几个留到下节课 — 那时候才有绿色和灰色。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5450235"/>
            <a:ext cx="16459200" cy="1120080"/>
          </a:xfrm>
          <a:prstGeom prst="roundRect">
            <a:avLst>
              <a:gd name="adj" fmla="val 170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28725" y="5688360"/>
            <a:ext cx="16147161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这是什么颜色？　B: 紫色。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914400" y="676081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04656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6989415"/>
            <a:ext cx="12643812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回答完再反问回去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葡萄是紫色。你喜欢紫色吗？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must answer, then name a different colour they prefer. Run the whole set as a conversation, not a naming drill.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5873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(27–36)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067050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练习本 p.141 / p.142 · 9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7665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695700"/>
            <a:ext cx="943906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Ex.15 — 按笔顺抄 颜、橙、紫、棕。绿和灰下节课。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43986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4417665"/>
            <a:ext cx="7206472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练习本 Ex.16 — 六组词，圈出不一样的那个。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49872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5196780"/>
            <a:ext cx="7666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503908" y="5196780"/>
            <a:ext cx="7473193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「颜」十五笔，是这一课最难的字 — 左边 彦，右边 页。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「橙」左边是 </a:t>
            </a:r>
            <a:r>
              <a:rPr lang="en-US" sz="1800" b="1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木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先有橙子这个水果，才有橙色。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631120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8250" y="659695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95326" y="6539805"/>
            <a:ext cx="11023753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不只是圈 — 其中两组用中文写出为什么 —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火车、汽车是车，电话不是车。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build a seventh set of your own with two colours and one non-colour, and try it on a partner.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243388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抢词卡 (36–43)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291929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抢词卡 · 十个颜色 · 7 分钟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90152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562100" y="3920579"/>
            <a:ext cx="740381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分四组，每组一个人上来。黑板上十张颜色卡。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462349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562100" y="4642545"/>
            <a:ext cx="599355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老师说一个颜色，最快拍对的得一分。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345460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562100" y="5364510"/>
            <a:ext cx="4230797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轮流上，每个人都要玩到。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6086475"/>
            <a:ext cx="16459200" cy="1175296"/>
          </a:xfrm>
          <a:prstGeom prst="roundRect">
            <a:avLst>
              <a:gd name="adj" fmla="val 972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8250" y="637222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895326" y="6315075"/>
            <a:ext cx="11142009" cy="71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老师不说颜色，改问「你喜欢什么颜色？」— 上来的人要先说一整句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我喜欢紫色。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…and only then slap the card they named. Wrong sentence, no point, even if the right card gets hit.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767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92685"/>
            <a:ext cx="16459200" cy="390525"/>
          </a:xfrm>
          <a:prstGeom prst="roundRect">
            <a:avLst>
              <a:gd name="adj" fmla="val 2436585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249835"/>
            <a:ext cx="163997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7371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01183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76425" y="3011835"/>
            <a:ext cx="4078081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我会问「你喜欢什么颜色？」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12432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124325"/>
            <a:ext cx="345067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我会说橙色、紫色、棕色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4998690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523681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5236815"/>
            <a:ext cx="3137044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我会写「颜」和「橙」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244530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8250" y="6454080"/>
            <a:ext cx="31879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741289" y="6454080"/>
            <a:ext cx="1325300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Write the question 你喜欢什么颜色？ then your own answer with two colours and 和.</a:t>
            </a: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问题和答案都要写。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7530405"/>
            <a:ext cx="16459200" cy="830461"/>
          </a:xfrm>
          <a:prstGeom prst="roundRect">
            <a:avLst>
              <a:gd name="adj" fmla="val 1376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38250" y="7739955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771650" y="7739955"/>
            <a:ext cx="10368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最后两个颜色，课文二，还有怎么说「我不喜欢」和「我也不喜欢」。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266700"/>
            <a:ext cx="154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L13 颜色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0793" y="257175"/>
            <a:ext cx="80927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96250" y="2636639"/>
            <a:ext cx="213741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5677942" y="4998839"/>
            <a:ext cx="707075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Next — saying no, and agreeing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762375" y="5905500"/>
            <a:ext cx="10763250" cy="2011561"/>
          </a:xfrm>
          <a:prstGeom prst="roundRect">
            <a:avLst>
              <a:gd name="adj" fmla="val 9470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0" y="6200775"/>
            <a:ext cx="1010412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　灰色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4191000" y="6977955"/>
            <a:ext cx="10104120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你喜欢灰色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— 不喜欢。 — 我</a:t>
            </a: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也</a:t>
            </a: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不喜欢。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0" y="931068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9463088"/>
            <a:ext cx="30629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8 · 你喜欢什么颜色？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947874" y="9463088"/>
            <a:ext cx="36496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2026-09-14T06:47:28Z</dcterms:created>
  <dcterms:modified xsi:type="dcterms:W3CDTF">2026-09-14T06:47:28Z</dcterms:modified>
</cp:coreProperties>
</file>