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4545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</a:t>
            </a:r>
            <a:endParaRPr lang="en-US" sz="33000" dirty="0"/>
          </a:p>
        </p:txBody>
      </p:sp>
      <p:sp>
        <p:nvSpPr>
          <p:cNvPr id="8" name="Text 6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Y7 UNIT 5 · 轻松学中文 1</a:t>
            </a:r>
            <a:endParaRPr lang="en-US" sz="1950" dirty="0"/>
          </a:p>
        </p:txBody>
      </p:sp>
      <p:pic>
        <p:nvPicPr>
          <p:cNvPr id="9" name="Image 0" descr="/var/folders/6c/210dcgxn4gz5sm71vld2cy1h0000gn/T/tmp.3MeIcQemFz/l5-text2-ma-ye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543" y="3172271"/>
            <a:ext cx="1496764" cy="1428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r>
              <a:rPr lang="en-US" sz="9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9750" dirty="0"/>
          </a:p>
        </p:txBody>
      </p:sp>
      <p:sp>
        <p:nvSpPr>
          <p:cNvPr id="11" name="Text 8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2 — 你喜欢灰色吗？ · 我也不喜欢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167580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416586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773772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973821" y="7638455"/>
            <a:ext cx="11406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4262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267652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上节课的十个颜色 — 看到就说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209925"/>
            <a:ext cx="3108871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73461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251871" y="3209925"/>
            <a:ext cx="310902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11080" y="39052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589490" y="3209925"/>
            <a:ext cx="3108871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48551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926961" y="3209925"/>
            <a:ext cx="310902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86171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4264580" y="3209925"/>
            <a:ext cx="3108871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323641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914400" y="5010150"/>
            <a:ext cx="3108871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25836" y="5686425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4251871" y="5010150"/>
            <a:ext cx="310902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11080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7589490" y="5010150"/>
            <a:ext cx="3108871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48551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10926961" y="5010150"/>
            <a:ext cx="310902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986171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4114354" y="7115175"/>
            <a:ext cx="3642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 </a:t>
            </a: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</a:t>
            </a: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8294787" y="7144643"/>
            <a:ext cx="634604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两个人一组，问答，然后换人再问一次。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43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 · SC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02260"/>
            <a:ext cx="3627983" cy="381000"/>
          </a:xfrm>
          <a:prstGeom prst="roundRect">
            <a:avLst>
              <a:gd name="adj" fmla="val 2497500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659410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710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我们学怎么问别人喜不喜欢一个颜色，还有怎么说「我也是」。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080421"/>
            <a:ext cx="2825204" cy="381000"/>
          </a:xfrm>
          <a:prstGeom prst="roundRect">
            <a:avLst>
              <a:gd name="adj" fmla="val 24975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4137571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7097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90909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909096"/>
            <a:ext cx="531028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我会说绿色和灰色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绿色 and 灰色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215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0596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059686"/>
            <a:ext cx="10193229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我会回答「你喜欢灰色吗？」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你喜欢灰色吗？with 喜欢。or 不喜欢。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721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2102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210276"/>
            <a:ext cx="896998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我会用「也」说我跟他一样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agree with someone using 我也不喜欢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3MeIcQemFz/l5-text2-ma-ye/slides/04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670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451598" y="6378773"/>
            <a:ext cx="90612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lǜsè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463504" y="7169348"/>
            <a:ext cx="8818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green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lǜ</a:t>
            </a: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跟「女」一样的 ü，不是 "loo"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3MeIcQemFz/l5-text2-ma-ye/slides/04-vocab-a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970" y="2374553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12787313" y="6378773"/>
            <a:ext cx="123371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huīsè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3061305" y="7169348"/>
            <a:ext cx="67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grey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44229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lǜsè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3101429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80241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green.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50726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huīsè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96446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566544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grey.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637029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gēge xǐhuan lǜsè，tā bù xǐhuan huīsè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82749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，他不喜欢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7528471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brother likes green, he doesn't like grey.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3241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526185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526185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754785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，我不喜欢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205264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072955"/>
            <a:ext cx="441782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在小白板上写一句。60 秒。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852071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1378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080671"/>
            <a:ext cx="8670932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用「也」写两句，跟别人一样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我不喜欢灰色，我姐姐也不喜欢灰色。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a third with 和 that gives one person two colours.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认字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33375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全部十一个 — 没有拼音。从这里开始只复习，不再加新的了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954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6957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6750" y="45624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4770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580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2583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393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0396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20650" y="4543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4820900" y="3867150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554325" y="4543425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144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954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36957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767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64770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580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92583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393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12039600" y="5667375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820650" y="63436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3900" dirty="0"/>
          </a:p>
        </p:txBody>
      </p:sp>
      <p:sp>
        <p:nvSpPr>
          <p:cNvPr id="30" name="Shape 28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044178"/>
            <a:ext cx="17177004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 </a:t>
            </a:r>
            <a:r>
              <a:rPr lang="en-US" sz="33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X色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吗？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喜欢。 ／ 不喜欢。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18717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huīsè ma — bù xǐhuan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60627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你喜欢灰色吗？ — 不喜欢。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22957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like grey? — No.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76297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lǜsè ma — xǐhuan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8207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你喜欢绿色吗？ — 喜欢。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805363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like green? — Yes.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3876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huīsè — wǒ yě bù xǐhuan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75786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我不喜欢灰色。 — 我也不喜欢。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38115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grey. — I don't either.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691455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māma xǐhuan zōngsè ma — bù xǐhuan，tā xǐhuan zǐsè hé lǜsè，wǒ yě xǐhuan zǐsè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33365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你妈妈喜欢棕色吗？ — 不喜欢，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她喜欢紫色和绿色，我也喜欢紫色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7956947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negative answer, a correction, and 也 agreeing with only part of it.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452247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623697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623697"/>
            <a:ext cx="717246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回答不用「是」— 把动词再说一遍：喜欢。／不喜欢。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「也」放在动词前面：✓ 我也不喜欢 ✗ 我不喜欢也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5795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2957959"/>
            <a:ext cx="826257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「你喜欢灰色吗？」— 不喜欢的话怎么回答？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「是」。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6758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3767584"/>
            <a:ext cx="648175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怎么说 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it either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？写在小白板上。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57720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4577209"/>
            <a:ext cx="4436947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这句对不对？ </a:t>
            </a: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我不喜欢也。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500092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5690592"/>
            <a:ext cx="49160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你喜欢灰色吗？ — 不是。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305550" y="577155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77050" y="5690592"/>
            <a:ext cx="53435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你喜欢灰色吗？ — 不喜欢。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14400" y="6624042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19200" y="6814542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我不喜欢也。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4000500" y="6895505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6814542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我也不喜欢。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3241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课文二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995363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CD T63 · p.100 · 四个颜色中间是顿号「、」，最后一个才用「和」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5641" y="1619250"/>
            <a:ext cx="1789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52550" y="1585913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shénme yánsè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1966912"/>
            <a:ext cx="3886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844897" y="2886075"/>
            <a:ext cx="1806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52550" y="2852738"/>
            <a:ext cx="728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chéngsè、zǐsè、zōngsè hé lǜsè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3233738"/>
            <a:ext cx="7286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我喜欢橙色、紫色、棕色和绿色。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845641" y="4152900"/>
            <a:ext cx="1789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52550" y="4119562"/>
            <a:ext cx="3400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huīsè ma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4500563"/>
            <a:ext cx="3400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你喜欢灰色吗？</a:t>
            </a:r>
            <a:endParaRPr lang="en-US" sz="3750" dirty="0"/>
          </a:p>
        </p:txBody>
      </p:sp>
      <p:sp>
        <p:nvSpPr>
          <p:cNvPr id="17" name="Text 15"/>
          <p:cNvSpPr/>
          <p:nvPr/>
        </p:nvSpPr>
        <p:spPr>
          <a:xfrm>
            <a:off x="844897" y="5419725"/>
            <a:ext cx="1806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52550" y="5386388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bù xǐhuan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5767388"/>
            <a:ext cx="19431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不喜欢。</a:t>
            </a:r>
            <a:endParaRPr lang="en-US" sz="3750" dirty="0"/>
          </a:p>
        </p:txBody>
      </p:sp>
      <p:sp>
        <p:nvSpPr>
          <p:cNvPr id="20" name="Text 18"/>
          <p:cNvSpPr/>
          <p:nvPr/>
        </p:nvSpPr>
        <p:spPr>
          <a:xfrm>
            <a:off x="845641" y="6686550"/>
            <a:ext cx="17897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52550" y="6653213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yě bù xǐhuan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52550" y="7034213"/>
            <a:ext cx="2914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我也不喜欢。</a:t>
            </a:r>
            <a:endParaRPr lang="en-US" sz="3750" dirty="0"/>
          </a:p>
        </p:txBody>
      </p:sp>
      <p:sp>
        <p:nvSpPr>
          <p:cNvPr id="23" name="Text 21"/>
          <p:cNvSpPr/>
          <p:nvPr/>
        </p:nvSpPr>
        <p:spPr>
          <a:xfrm>
            <a:off x="723900" y="7939087"/>
            <a:ext cx="16840200" cy="16192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57275" y="8196262"/>
            <a:ext cx="1532334" cy="381000"/>
          </a:xfrm>
          <a:prstGeom prst="roundRect">
            <a:avLst>
              <a:gd name="adj" fmla="val 24975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47775" y="8253412"/>
            <a:ext cx="1174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 · 读 · 问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7275" y="8729663"/>
            <a:ext cx="16173450" cy="457200"/>
          </a:xfrm>
          <a:prstGeom prst="rect">
            <a:avLst/>
          </a:prstGeom>
          <a:noFill/>
          <a:ln/>
        </p:spPr>
        <p:txBody>
          <a:bodyPr wrap="square" lIns="161925" tIns="0" rIns="0" bIns="0" rtlCol="0" anchor="t"/>
          <a:lstStyle/>
          <a:p>
            <a:pPr algn="l" marL="161925" indent="-161925">
              <a:lnSpc>
                <a:spcPts val="3600"/>
              </a:lnSpc>
              <a:spcAft>
                <a:spcPts val="900"/>
              </a:spcAft>
              <a:buSzPct val="100000"/>
              <a:buChar char="•"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喜欢几个颜色？ 谁不喜欢灰色？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106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(20–27)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886992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两个人一组 · 7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9659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515642"/>
            <a:ext cx="12564722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先花 60 秒补完课本 p.98 Ex.3 剩下的几个 — 草和灰的那些，上节课没词可用。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218557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237607"/>
            <a:ext cx="1363570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两个人一组，用自己的颜色演课文二 — 四个颜色用「、」和「和」，再问第五个颜色。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94052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3959572"/>
            <a:ext cx="2820531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换角色再演一遍。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4662488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562100" y="4681538"/>
            <a:ext cx="775630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规定：两个人两遍加起来，十一个颜色都要说到。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5441603"/>
            <a:ext cx="16459200" cy="1859161"/>
          </a:xfrm>
          <a:prstGeom prst="roundRect">
            <a:avLst>
              <a:gd name="adj" fmla="val 1024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725" y="5679728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你喜欢什么颜色？　B: 我喜欢……、……、……和……。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228725" y="6418808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你喜欢……吗？　B: 不喜欢。　A: 我也不喜欢。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14400" y="7491264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38250" y="777701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895326" y="7719864"/>
            <a:ext cx="15259863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演成三轮，每个人多加一个「也」或者「不」，最后一轮转述给全班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他喜欢橙色和绿色，他不喜欢灰色，我也不喜欢灰色。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script, no board.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873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(27–36)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29192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p.103 / 练习本 p.143 / p.141 · 9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90152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920579"/>
            <a:ext cx="1058382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Ex.10 (CD T64) — 六个人，听两遍，勾出每个人喜欢的颜色。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462349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4642545"/>
            <a:ext cx="13875252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Ex.19 第 1–4 题 — 写完整的句子。第 1 题是「吗」的问句，小心不要写「是」。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4546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5364510"/>
            <a:ext cx="1072226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Ex.15 — 补完绿、灰的笔顺。做完的再做 Ex.19 第 5、6 题。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608647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37222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95326" y="6315075"/>
            <a:ext cx="8201248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听完以后用「也」写三句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王月喜欢红色，小文也喜欢红色。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one sentence about someone in the recording who agrees with you.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217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宾果 (36–43)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1758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宾果 · 课本 p.99 Ex.6 · 7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2718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246239"/>
            <a:ext cx="509532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在小白板上画一个 4×4 的格子。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9491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968204"/>
            <a:ext cx="6698685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从黑板上的十六个词里随便选，一格一个。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67112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690170"/>
            <a:ext cx="12339596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老师说中文，听到就划掉。先连成一条线的喊「有了！」，再把那一行念出来。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450235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5688360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十一个颜色　+　喜欢　颜色　+　校车　火车　地铁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676081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04656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6989415"/>
            <a:ext cx="12496258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老师不说词，说一整句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我姐姐喜欢粉红色。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Students cross off only the colour inside. The winner reads back not the line but a sentence for each word in it.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67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92685"/>
            <a:ext cx="16459200" cy="390525"/>
          </a:xfrm>
          <a:prstGeom prst="roundRect">
            <a:avLst>
              <a:gd name="adj" fmla="val 2436585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249835"/>
            <a:ext cx="163997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7371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0118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76425" y="3011835"/>
            <a:ext cx="250963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我会说绿色和灰色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1243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124325"/>
            <a:ext cx="4078081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我会回答「你喜欢灰色吗？」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99869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2368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236815"/>
            <a:ext cx="188222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我会用「也」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24453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8250" y="6454080"/>
            <a:ext cx="31879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741289" y="6454080"/>
            <a:ext cx="875518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Translate —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grey. — I don't like it either.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两句都要写。注意「也」的位置。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7530405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773995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771650" y="7739955"/>
            <a:ext cx="88949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汉字。部首藏在字的哪里，还有听到一个词怎么写出声调。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8092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96250" y="2636639"/>
            <a:ext cx="213741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4649986" y="4998839"/>
            <a:ext cx="91676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Next — the radicals inside the characters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31814" y="5905500"/>
            <a:ext cx="14024372" cy="2011561"/>
          </a:xfrm>
          <a:prstGeom prst="roundRect">
            <a:avLst>
              <a:gd name="adj" fmla="val 94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0439" y="6200775"/>
            <a:ext cx="1343046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　力　礻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2560439" y="6977955"/>
            <a:ext cx="1343046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一点 · </a:t>
            </a: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衤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两点 — 下一课(第十四课)每件衣服都有它。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9463088"/>
            <a:ext cx="37929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8 · 课文二 · 吗 / 不喜欢 / 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2026-09-14T06:48:12Z</dcterms:created>
  <dcterms:modified xsi:type="dcterms:W3CDTF">2026-09-14T06:48:12Z</dcterms:modified>
</cp:coreProperties>
</file>