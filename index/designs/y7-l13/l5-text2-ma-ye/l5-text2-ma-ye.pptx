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9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8288000" cy="809625"/>
          </a:xfrm>
          <a:prstGeom prst="rect">
            <a:avLst/>
          </a:prstGeom>
          <a:solidFill>
            <a:srgbClr val="FBF9F4">
              <a:alpha val="95000"/>
            </a:srgbClr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0" y="804862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62000" y="0"/>
            <a:ext cx="16764000" cy="38100"/>
          </a:xfrm>
          <a:prstGeom prst="rect">
            <a:avLst/>
          </a:prstGeom>
          <a:solidFill>
            <a:srgbClr val="2C4C7C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914400" y="5500092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14400" y="6624042"/>
            <a:ext cx="16459200" cy="971550"/>
          </a:xfrm>
          <a:prstGeom prst="roundRect">
            <a:avLst>
              <a:gd name="adj" fmla="val 11765"/>
            </a:avLst>
          </a:prstGeom>
          <a:solidFill>
            <a:srgbClr val="F2EFE7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0" y="9748838"/>
            <a:ext cx="18288000" cy="0"/>
          </a:xfrm>
          <a:prstGeom prst="line">
            <a:avLst/>
          </a:prstGeom>
          <a:noFill/>
          <a:ln w="9525">
            <a:solidFill>
              <a:srgbClr val="E2DBC8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2026-09-14T06:14:07Z</dcterms:created>
  <dcterms:modified xsi:type="dcterms:W3CDTF">2026-09-14T06:14:07Z</dcterms:modified>
</cp:coreProperties>
</file>