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567089" y="2737991"/>
            <a:ext cx="9153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67089" y="3233291"/>
            <a:ext cx="915382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🚌🚕✈️🚂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567089" y="5015359"/>
            <a:ext cx="9153823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r>
              <a:rPr lang="en-US" sz="97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97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东西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567089" y="6329809"/>
            <a:ext cx="91538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Describing Objects — Colour + 的 + Noun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Colours &amp; Transport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133600"/>
            <a:ext cx="9087594" cy="2047875"/>
          </a:xfrm>
          <a:prstGeom prst="roundRect">
            <a:avLst>
              <a:gd name="adj" fmla="val 930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333625"/>
            <a:ext cx="8783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11 COLOURS (LESSONS 1 + 3)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190625" y="2647950"/>
            <a:ext cx="1166068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57300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81150" y="2724150"/>
            <a:ext cx="6647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 hēisè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32893" y="2647950"/>
            <a:ext cx="1169938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99568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23418" y="2724150"/>
            <a:ext cx="66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 báisè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79031" y="2647950"/>
            <a:ext cx="1365200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5706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69556" y="2724150"/>
            <a:ext cx="8678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 huángsè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432" y="2647950"/>
            <a:ext cx="1163538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87107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10957" y="2724150"/>
            <a:ext cx="662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 lánsè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60170" y="2647950"/>
            <a:ext cx="1287810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26845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50695" y="2724150"/>
            <a:ext cx="788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hóngsè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4180" y="2647950"/>
            <a:ext cx="16277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90855" y="27051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14705" y="2724150"/>
            <a:ext cx="11356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 fěnhóngsè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90625" y="3067050"/>
            <a:ext cx="136356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57300" y="3124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81150" y="3143250"/>
            <a:ext cx="866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 chéngsè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30388" y="3067050"/>
            <a:ext cx="1082725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97063" y="3124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20913" y="3143250"/>
            <a:ext cx="5797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 zǐsè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89313" y="3067050"/>
            <a:ext cx="1278731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55988" y="3124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179838" y="3143250"/>
            <a:ext cx="779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棕色 zōngsè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44244" y="3067050"/>
            <a:ext cx="1086148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10919" y="3124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34769" y="3143250"/>
            <a:ext cx="5832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 lǜsè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6592" y="3067050"/>
            <a:ext cx="1184225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73267" y="3124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97117" y="3143250"/>
            <a:ext cx="6832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灰色 huīsè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90625" y="3524250"/>
            <a:ext cx="87835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quiz: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projects 4 colour swatches, one at a time; students write the Chinese word for each on their mini whiteboard.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344894" y="2133600"/>
            <a:ext cx="6990606" cy="4791075"/>
          </a:xfrm>
          <a:prstGeom prst="roundRect">
            <a:avLst>
              <a:gd name="adj" fmla="val 397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583019" y="2333625"/>
            <a:ext cx="6644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TRANSPORT WORDS (LESSON 12)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0583019" y="264795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716369" y="272415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668869" y="280035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huǒchē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2830919" y="2800350"/>
            <a:ext cx="299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583019" y="316230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0716369" y="323850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668869" y="331470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qìchē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2830919" y="3314700"/>
            <a:ext cx="2087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583019" y="367665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0716369" y="375285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1668869" y="382905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fēijī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2830919" y="3829050"/>
            <a:ext cx="35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583019" y="419100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716369" y="426720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1668869" y="434340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chūzūchē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2830919" y="4343400"/>
            <a:ext cx="239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583019" y="470535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0716369" y="478155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1668869" y="485775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gōnggòngqìchē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2830919" y="4857750"/>
            <a:ext cx="233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583019" y="521970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0716369" y="529590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11668869" y="537210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xiàochē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2830919" y="5372100"/>
            <a:ext cx="708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bus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583019" y="5734050"/>
            <a:ext cx="6514356" cy="43815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0716369" y="5810250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1668869" y="588645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dìtiě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2830919" y="5886450"/>
            <a:ext cx="9398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subway/metro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583019" y="6267450"/>
            <a:ext cx="66446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4 transport pictures, one at a time, alternating with the colour swatches above. Cold call to check answers chorally.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52500" y="7096125"/>
            <a:ext cx="16383000" cy="523875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976313" y="7096125"/>
            <a:ext cx="0" cy="523875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09675" y="7229475"/>
            <a:ext cx="162346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上节课我们学了颜色，上上节课我们学了交通工具。今天我们把它们放在一起：</a:t>
            </a:r>
            <a:r>
              <a:rPr lang="en-US" sz="13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 + 的 + 交通工具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，比如"黑色的火车"。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3555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18110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TODAY'S 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85900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学习目标 · Learning Intention &amp; Success Criteria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2371725"/>
            <a:ext cx="16002000" cy="1066800"/>
          </a:xfrm>
          <a:prstGeom prst="roundRect">
            <a:avLst>
              <a:gd name="adj" fmla="val 17857"/>
            </a:avLst>
          </a:prstGeom>
          <a:solidFill>
            <a:srgbClr val="B8402E">
              <a:alpha val="10000"/>
            </a:srgbClr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7800" y="2600325"/>
            <a:ext cx="15700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47800" y="2867025"/>
            <a:ext cx="157002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describe objects using </a:t>
            </a:r>
            <a:r>
              <a:rPr lang="en-US" sz="18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 + 的 + 名词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黑色的火车), recycling the transport vocabulary from Lesson 12.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743325"/>
            <a:ext cx="16322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43000" y="4076700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1125" y="427672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952625" y="4276725"/>
            <a:ext cx="4406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describe an object's colour using X色的Y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2625" y="4619625"/>
            <a:ext cx="44067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能用"颜色+的+名词"描述东西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5229225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81125" y="542925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952625" y="5429250"/>
            <a:ext cx="76363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say colour + vehicle combinations for all 7 transport words from Lesson 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52625" y="5772150"/>
            <a:ext cx="76363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能说出七种"颜色+交通工具"组合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6381750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81125" y="658177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952625" y="6581775"/>
            <a:ext cx="7386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understand a spoken description and pick the matching coloured picture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52625" y="6924675"/>
            <a:ext cx="73862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能听懂并选出正确的颜色图片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975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6680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(NO NEW VOCABULARY — GRAMMAR-FOCUSED)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457325"/>
            <a:ext cx="169049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X色的Y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7250" y="2162175"/>
            <a:ext cx="2295227" cy="695325"/>
          </a:xfrm>
          <a:prstGeom prst="roundRect">
            <a:avLst>
              <a:gd name="adj" fmla="val 16438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2295525"/>
            <a:ext cx="17582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X色</a:t>
            </a:r>
            <a:r>
              <a:rPr lang="en-US" sz="15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</a:t>
            </a:r>
            <a:r>
              <a:rPr lang="en-US" sz="15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42977" y="2271713"/>
            <a:ext cx="2917627" cy="476250"/>
          </a:xfrm>
          <a:prstGeom prst="roundRect">
            <a:avLst>
              <a:gd name="adj" fmla="val 24000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28727" y="2405063"/>
            <a:ext cx="23930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"the Y that is X-coloured"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7250" y="3124200"/>
            <a:ext cx="16904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— PROJECT EACH, TEACHER READS ALOUD, CLASS REPEATS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7250" y="3524250"/>
            <a:ext cx="4057650" cy="91440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0125" y="36671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85875" y="362902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0125" y="3952875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black train (textbook p.97 example)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029200" y="3524250"/>
            <a:ext cx="4057650" cy="91440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72075" y="36671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57825" y="362902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蓝色的汽车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172075" y="3952875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blue car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201150" y="3524250"/>
            <a:ext cx="4057650" cy="91440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44025" y="36671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9775" y="362902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黄色的校车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344025" y="3952875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yellow school bus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373100" y="3524250"/>
            <a:ext cx="4057650" cy="914400"/>
          </a:xfrm>
          <a:prstGeom prst="roundRect">
            <a:avLst>
              <a:gd name="adj" fmla="val 125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515975" y="3629025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😂 WAIT FOR REACTION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3515975" y="38766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801725" y="3838575"/>
            <a:ext cx="21374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粉红色的出租车会飞！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515975" y="4162425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"The pink taxi can fly!"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57250" y="4705350"/>
            <a:ext cx="16904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教材 EX.1 MODEL (P.97) — 7 TRANSPORT PICTURES, EACH IN ITS OWN COLOUR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725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815656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817175" y="5486400"/>
            <a:ext cx="366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huǒchē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527423" y="5715000"/>
            <a:ext cx="945505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75048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E5FA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78762" y="5753100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蓝色的火车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3850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96906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4242904" y="5486400"/>
            <a:ext cx="2770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qìchē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908673" y="5715000"/>
            <a:ext cx="945505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56298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A1A1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60012" y="5753100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黑色的汽车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1975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78156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6660587" y="5486400"/>
            <a:ext cx="2041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fēijī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289923" y="5715000"/>
            <a:ext cx="945505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37548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FFFFFF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41262" y="5753100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白色的飞机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0100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867108" y="52006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8904605" y="5486400"/>
            <a:ext cx="478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chūzūchē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8612832" y="5715000"/>
            <a:ext cx="1062186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660457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C23B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863005" y="5753100"/>
            <a:ext cx="7142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红色的出租车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38225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56061" y="5200650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11134051" y="5486400"/>
            <a:ext cx="782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gōnggòngqìchē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0877401" y="5715000"/>
            <a:ext cx="1295698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925026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88EA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125239" y="5753100"/>
            <a:ext cx="952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粉红色的公共汽车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276350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3721906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13709611" y="5486400"/>
            <a:ext cx="393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xiàochē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13433673" y="5715000"/>
            <a:ext cx="945505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3481298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8B92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3685012" y="5753100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黄色的校车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5144750" y="5105400"/>
            <a:ext cx="2286000" cy="942975"/>
          </a:xfrm>
          <a:prstGeom prst="roundRect">
            <a:avLst>
              <a:gd name="adj" fmla="val 121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6103155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16175566" y="5486400"/>
            <a:ext cx="224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dìtiě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15814923" y="5715000"/>
            <a:ext cx="945505" cy="238125"/>
          </a:xfrm>
          <a:prstGeom prst="roundRect">
            <a:avLst>
              <a:gd name="adj" fmla="val 3996000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5862548" y="57578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E5FA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6066262" y="5753100"/>
            <a:ext cx="5952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蓝色的地铁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386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2984450"/>
          </a:xfrm>
          <a:prstGeom prst="roundRect">
            <a:avLst>
              <a:gd name="adj" fmla="val 8936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Wrong With This?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90625" y="3829050"/>
            <a:ext cx="4954905" cy="11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火车黑色</a:t>
            </a:r>
            <a:endParaRPr lang="en-US" sz="1275" dirty="0"/>
          </a:p>
          <a:p>
            <a:pPr algn="l" indent="0" marL="0">
              <a:lnSpc>
                <a:spcPts val="3023"/>
              </a:lnSpc>
              <a:buNone/>
            </a:pPr>
            <a:endParaRPr lang="en-US" sz="1275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275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"这句话哪里错了？"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("What's wrong with this sentence?") Students discuss with a partner, then hands up to explain.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2984450"/>
          </a:xfrm>
          <a:prstGeom prst="roundRect">
            <a:avLst>
              <a:gd name="adj" fmla="val 8936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"The Yellow School Bus"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6715125" y="3829050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'the yellow school bus' in Chinese."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on their mini whiteboards and hold up on three: "一、二、三，举起来！"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2984450"/>
          </a:xfrm>
          <a:prstGeom prst="roundRect">
            <a:avLst>
              <a:gd name="adj" fmla="val 8936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"The Blue Car"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2239625" y="3829050"/>
            <a:ext cx="495490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"Leo, how do you say 'the blue car'?"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Leo answers aloud; class listens and echoes chorally.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5451425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575250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 not reveal answers yet — check on the next slide once every student has committed to a response.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76475"/>
            <a:ext cx="16383000" cy="2047875"/>
          </a:xfrm>
          <a:prstGeom prst="roundRect">
            <a:avLst>
              <a:gd name="adj" fmla="val 930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4765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5431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476500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 — 火车黑色 — 这句话哪里错了？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876425" y="2800350"/>
            <a:ext cx="4248150" cy="971550"/>
          </a:xfrm>
          <a:prstGeom prst="roundRect">
            <a:avLst>
              <a:gd name="adj" fmla="val 11765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2933700"/>
            <a:ext cx="3790950" cy="704850"/>
          </a:xfrm>
          <a:prstGeom prst="roundRect">
            <a:avLst>
              <a:gd name="adj" fmla="val 16216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71725" y="30861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火车黑色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743325" y="312896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0525" y="3086100"/>
            <a:ext cx="1457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876425" y="3848100"/>
            <a:ext cx="154865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Missing 的 — colour must attach to the noun with 的 in between. (黑色火车的 would also be wrong order.)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2500" y="44958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8725" y="46958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2642" y="476250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76425" y="469582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"the yellow school bus" in Chinese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876425" y="5019675"/>
            <a:ext cx="2028825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05025" y="5153025"/>
            <a:ext cx="16030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黄色的校车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876425" y="571500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 de xiàochē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52500" y="6286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28725" y="64865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2046" y="655320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876425" y="648652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"Leo, how do you say 'the blue car'?"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876425" y="6810375"/>
            <a:ext cx="2028825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05025" y="6943725"/>
            <a:ext cx="16030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蓝色的汽车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876425" y="750570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 de qìchē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8585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20–28 MIN · FLEXIBLE PRACTICE · WE DO (8 MIN)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362075"/>
            <a:ext cx="16904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Picture Description Round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57250" y="2047875"/>
            <a:ext cx="16573500" cy="2512516"/>
          </a:xfrm>
          <a:prstGeom prst="roundRect">
            <a:avLst>
              <a:gd name="adj" fmla="val 7582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1933575"/>
            <a:ext cx="857696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4450" y="1971675"/>
            <a:ext cx="5250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57300" y="2524125"/>
            <a:ext cx="16088868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one coloured transport picture at a time (all 7 from Ex.1); whole class chorally names it, then individual cold calls repeat it alone. Go through all 7 pictures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first chorally, then popcorn-style individual cold calls (no hands up) — to build confidence before pair work.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57300" y="3131641"/>
            <a:ext cx="2155329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20664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06425" y="3284041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211139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94922" y="384601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蓝色的火车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6929" y="3131641"/>
            <a:ext cx="2155329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90293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64518" y="3284041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480768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64551" y="384601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黑色的汽车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96558" y="3131641"/>
            <a:ext cx="2155329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59922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33844" y="3284041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750397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34180" y="384601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白色的飞机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66187" y="3131641"/>
            <a:ext cx="2155478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029551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103017" y="3284041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020026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35800" y="3846016"/>
            <a:ext cx="8161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红色的出租车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335964" y="3131641"/>
            <a:ext cx="2155329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299329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373401" y="3284041"/>
            <a:ext cx="80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1289804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869561" y="3846016"/>
            <a:ext cx="1088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粉红色的公共汽车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2605593" y="3131641"/>
            <a:ext cx="2155329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568958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642272" y="3284041"/>
            <a:ext cx="81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3559433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3343215" y="384601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黄色的校车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4875222" y="3131641"/>
            <a:ext cx="2155478" cy="1028700"/>
          </a:xfrm>
          <a:prstGeom prst="roundRect">
            <a:avLst>
              <a:gd name="adj" fmla="val 11111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5838587" y="3255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915544" y="3284041"/>
            <a:ext cx="74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5829062" y="3541216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612844" y="3846016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蓝色的地铁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7250" y="4960441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09650" y="5074741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009650" y="5265241"/>
            <a:ext cx="5220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transport vocabulary list (with pinyin) projected in a corner.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6432500" y="4960441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84900" y="5074741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6584900" y="5265241"/>
            <a:ext cx="5220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add 我喜欢/我不喜欢 in front: 我喜欢黑色的火车。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12007751" y="4960441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2160151" y="5074741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2160151" y="5265241"/>
            <a:ext cx="52204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says at least 2 items chorally; several individual cold calls sample the room.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28–38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28–38 MIN · FLEXIBLE PRACTICE · YOU DO (10 MIN)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362075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Partner Speaking — Describe &amp; Guess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47875"/>
            <a:ext cx="16383000" cy="3254425"/>
          </a:xfrm>
          <a:prstGeom prst="roundRect">
            <a:avLst>
              <a:gd name="adj" fmla="val 5854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933575"/>
            <a:ext cx="950863" cy="266700"/>
          </a:xfrm>
          <a:prstGeom prst="roundRect">
            <a:avLst>
              <a:gd name="adj" fmla="val 356785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1971675"/>
            <a:ext cx="620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2550" y="2524125"/>
            <a:ext cx="15894558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Student A is given a card with a coloured object (from the 7 transport items) and describes it using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X色的Y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without showing the card; Student B guesses which picture it is from a shared set of 7 pictures on the desk.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52550" y="318879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14500" y="3217366"/>
            <a:ext cx="381439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the guessing game with a volunteer first.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352550" y="3555504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14500" y="3584079"/>
            <a:ext cx="55879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work through all 7 cards, swapping the "describer" role halfway.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352550" y="3922216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14500" y="3950791"/>
            <a:ext cx="42280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check: cold call 2 pairs to demonstrate.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52550" y="4346079"/>
            <a:ext cx="15582900" cy="556171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376363" y="4346079"/>
            <a:ext cx="0" cy="556171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725" y="4479429"/>
            <a:ext cx="15418499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这是黑色的……</a:t>
            </a:r>
            <a:r>
              <a:rPr lang="en-US" sz="14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汽车？</a:t>
            </a:r>
            <a:r>
              <a:rPr lang="en-US" sz="14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对！黑色的汽车。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52500" y="5530900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4900" y="564520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104900" y="5835700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full colour + transport word bank on a shared card.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464201" y="55309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16601" y="56452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616601" y="583570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Describer must add one extra detail, e.g. 这是黑色的，很大 ("It's black and very big").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1976050" y="55309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128450" y="56452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2128450" y="5835700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describe at least 3 items and guess at least 3 items.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487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Listening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6680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FLEXIBLE PRACTICE (BASED ON P.98 EX.4, CD T62 — ADAPTED)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343025"/>
            <a:ext cx="169049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活动三 · 听力练习 Listening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57250" y="1981200"/>
            <a:ext cx="872254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LISTEN AND TICK THE MATCHING PICTURE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7250" y="2295525"/>
            <a:ext cx="855151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700" y="23907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1838" y="2428875"/>
            <a:ext cx="614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28750" y="23907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762125" y="2400300"/>
            <a:ext cx="18459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爸爸喜欢黑色的汽车。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857250" y="2847975"/>
            <a:ext cx="855151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8700" y="29432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9783" y="2981325"/>
            <a:ext cx="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28750" y="294322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762125" y="2952750"/>
            <a:ext cx="18459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妈妈喜欢黄色的校车。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857250" y="3400425"/>
            <a:ext cx="855151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28700" y="34956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19485" y="3533775"/>
            <a:ext cx="86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28750" y="34956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762125" y="3505200"/>
            <a:ext cx="18459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哥哥喜欢蓝色的火车。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57250" y="3952875"/>
            <a:ext cx="855151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28700" y="4048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19039" y="4086225"/>
            <a:ext cx="877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28750" y="404812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762125" y="4057650"/>
            <a:ext cx="20305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姐姐喜欢红色的出租车。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857250" y="4505325"/>
            <a:ext cx="855151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28700" y="46005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19634" y="4638675"/>
            <a:ext cx="86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28750" y="46005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762125" y="4610100"/>
            <a:ext cx="16613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我喜欢白色的飞机。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857250" y="5095875"/>
            <a:ext cx="8551515" cy="461963"/>
          </a:xfrm>
          <a:prstGeom prst="roundRect">
            <a:avLst>
              <a:gd name="adj" fmla="val 24742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57275" y="5219700"/>
            <a:ext cx="831449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sentence </a:t>
            </a: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at natural speed. Students mark their answer sheet or mini whiteboard grid.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656415" y="1981200"/>
            <a:ext cx="79298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OPTIONS (MARK A–G)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56415" y="226695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557793" y="2343150"/>
            <a:ext cx="8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494764" y="2543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308074" y="2790825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蓝色的火车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3814" y="299085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619012" y="226695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2519934" y="2343150"/>
            <a:ext cx="844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457361" y="2543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270671" y="2790825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黑色的汽车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476411" y="299085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3581608" y="226695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4480101" y="2343150"/>
            <a:ext cx="892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4419957" y="2543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4233267" y="2790825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白色的飞机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4439007" y="299085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5544205" y="2266950"/>
            <a:ext cx="1886545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6443607" y="2343150"/>
            <a:ext cx="87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382702" y="2543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6137719" y="2790825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红色的出租车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6401752" y="299085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9656415" y="331470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560220" y="3390900"/>
            <a:ext cx="787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94764" y="3590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0133195" y="3838575"/>
            <a:ext cx="9326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粉红色的公共汽车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13814" y="403860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619012" y="331470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2526308" y="3390900"/>
            <a:ext cx="718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2457361" y="3590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2270671" y="3838575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黄色的校车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476411" y="403860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3581608" y="3314700"/>
            <a:ext cx="1886396" cy="971550"/>
          </a:xfrm>
          <a:prstGeom prst="roundRect">
            <a:avLst>
              <a:gd name="adj" fmla="val 1176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4478735" y="3390900"/>
            <a:ext cx="919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4419957" y="3590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4233267" y="3838575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蓝色的地铁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4439007" y="4038600"/>
            <a:ext cx="171450" cy="1714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2364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Listening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听力练习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209800"/>
            <a:ext cx="16383000" cy="790575"/>
          </a:xfrm>
          <a:prstGeom prst="roundRect">
            <a:avLst>
              <a:gd name="adj" fmla="val 240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9675" y="24336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44662" y="2490788"/>
            <a:ext cx="74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743075" y="2471738"/>
            <a:ext cx="145799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爸爸喜欢黑色的汽车。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227623" y="2352675"/>
            <a:ext cx="850702" cy="504825"/>
          </a:xfrm>
          <a:prstGeom prst="roundRect">
            <a:avLst>
              <a:gd name="adj" fmla="val 2264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18123" y="2447925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659225" y="249078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114675"/>
            <a:ext cx="16383000" cy="790575"/>
          </a:xfrm>
          <a:prstGeom prst="roundRect">
            <a:avLst>
              <a:gd name="adj" fmla="val 240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09675" y="33385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29928" y="3395663"/>
            <a:ext cx="104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743075" y="3376613"/>
            <a:ext cx="14592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妈妈喜欢黄色的校车。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239679" y="3257550"/>
            <a:ext cx="838646" cy="504825"/>
          </a:xfrm>
          <a:prstGeom prst="roundRect">
            <a:avLst>
              <a:gd name="adj" fmla="val 2264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430179" y="3352800"/>
            <a:ext cx="1364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659225" y="339566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2500" y="4019550"/>
            <a:ext cx="16383000" cy="790575"/>
          </a:xfrm>
          <a:prstGeom prst="roundRect">
            <a:avLst>
              <a:gd name="adj" fmla="val 240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09675" y="424338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29482" y="4300538"/>
            <a:ext cx="105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743075" y="4281488"/>
            <a:ext cx="14567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哥哥喜欢蓝色的火车。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214973" y="4162425"/>
            <a:ext cx="863352" cy="504825"/>
          </a:xfrm>
          <a:prstGeom prst="roundRect">
            <a:avLst>
              <a:gd name="adj" fmla="val 2264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405473" y="4257675"/>
            <a:ext cx="1616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659225" y="43005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52500" y="4924425"/>
            <a:ext cx="16383000" cy="790575"/>
          </a:xfrm>
          <a:prstGeom prst="roundRect">
            <a:avLst>
              <a:gd name="adj" fmla="val 240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09675" y="51482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28886" y="5205413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743075" y="5186363"/>
            <a:ext cx="14547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姐姐喜欢红色的出租车。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196221" y="5067300"/>
            <a:ext cx="882104" cy="504825"/>
          </a:xfrm>
          <a:prstGeom prst="roundRect">
            <a:avLst>
              <a:gd name="adj" fmla="val 2264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386721" y="5162550"/>
            <a:ext cx="1807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659225" y="520541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52500" y="5829300"/>
            <a:ext cx="16383000" cy="790575"/>
          </a:xfrm>
          <a:prstGeom prst="roundRect">
            <a:avLst>
              <a:gd name="adj" fmla="val 240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09675" y="60531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29630" y="6110288"/>
            <a:ext cx="104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743075" y="6091238"/>
            <a:ext cx="14580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我喜欢白色的飞机。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6228070" y="5972175"/>
            <a:ext cx="850255" cy="504825"/>
          </a:xfrm>
          <a:prstGeom prst="roundRect">
            <a:avLst>
              <a:gd name="adj" fmla="val 2264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6418570" y="6067425"/>
            <a:ext cx="1483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659225" y="611028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47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COLOUR + NOUN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64210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3265587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570387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418112"/>
            <a:ext cx="7867650" cy="2869853"/>
          </a:xfrm>
          <a:prstGeom prst="roundRect">
            <a:avLst>
              <a:gd name="adj" fmla="val 929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789587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5132487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0175" y="54182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1796" y="5477321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52600" y="54182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64072" y="5477321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5025" y="54182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29743" y="5477321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3175" y="5463927"/>
            <a:ext cx="31024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an object's colour using X色的Y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00175" y="582781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11796" y="5886896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52600" y="582781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64072" y="5886896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5025" y="582781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29743" y="5886896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43175" y="5873502"/>
            <a:ext cx="446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colour + vehicle combinations for all 7 transport words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0175" y="623738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11796" y="6296471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52600" y="623738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64072" y="6296471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5025" y="623738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29743" y="6296471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3175" y="6283077"/>
            <a:ext cx="55076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a spoken description and pick the matching coloured picture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77350" y="4418112"/>
            <a:ext cx="7867650" cy="2869853"/>
          </a:xfrm>
          <a:prstGeom prst="roundRect">
            <a:avLst>
              <a:gd name="adj" fmla="val 929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34525" y="4789587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34525" y="5132487"/>
            <a:ext cx="7353300" cy="78864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58338" y="5132487"/>
            <a:ext cx="0" cy="78864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3600" y="5265837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ON MINI WHITEBOARD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9753600" y="5494437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我喜欢______的______。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34525" y="6035427"/>
            <a:ext cx="7500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我喜欢红色的出租车。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534525" y="6225927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9534525" y="6697414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word order.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混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3606469" y="2280047"/>
            <a:ext cx="1107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3606469" y="2699147"/>
            <a:ext cx="110750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3606469" y="3842147"/>
            <a:ext cx="1107506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3606469" y="4623197"/>
            <a:ext cx="110750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X色的Y pattern · 7 transport + colour combinations · Listening for colour + noun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715048" y="5394722"/>
            <a:ext cx="10857905" cy="2059781"/>
          </a:xfrm>
          <a:prstGeom prst="roundRect">
            <a:avLst>
              <a:gd name="adj" fmla="val 12948"/>
            </a:avLst>
          </a:prstGeom>
          <a:solidFill>
            <a:srgbClr val="F3EEE4"/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2244" y="5718572"/>
            <a:ext cx="101035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92244" y="6023372"/>
            <a:ext cx="10103513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下一课，我们要学新的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偏旁部首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，还要学怎么把两个颜色混在一起变成</a:t>
            </a: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新颜色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！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new radicals, plus how to mix two colours together to make a new colour.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2026-07-28T09:09:54Z</dcterms:created>
  <dcterms:modified xsi:type="dcterms:W3CDTF">2026-07-28T09:09:54Z</dcterms:modified>
</cp:coreProperties>
</file>