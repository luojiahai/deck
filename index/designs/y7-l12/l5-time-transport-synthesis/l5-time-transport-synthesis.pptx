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1373" y="1971824"/>
            <a:ext cx="1041648" cy="669727"/>
          </a:xfrm>
          <a:prstGeom prst="roundRect">
            <a:avLst>
              <a:gd name="adj" fmla="val 15170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64323" y="2092375"/>
            <a:ext cx="505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7:30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86921" y="2073325"/>
            <a:ext cx="2132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49926" y="1971824"/>
            <a:ext cx="850702" cy="669727"/>
          </a:xfrm>
          <a:prstGeom prst="roundRect">
            <a:avLst>
              <a:gd name="adj" fmla="val 15170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22877" y="209237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97502" y="2819251"/>
            <a:ext cx="2396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· Y7 Unit 4.3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82541" y="3155752"/>
            <a:ext cx="36269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几点坐车</a:t>
            </a:r>
            <a:pPr algn="ctr" indent="0" marL="0"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806939" y="4273302"/>
            <a:ext cx="45779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Synthesis: Time + Transport · 时间 + 交通工具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54570" y="4686002"/>
            <a:ext cx="3882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Speaking + Listening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1890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Lesson 10 Recap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451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872877"/>
            <a:ext cx="1119225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几点？· Clock-Telling Recap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9600" y="145062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the time in Chinese for each clock face, hold it up when ready.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1752154"/>
            <a:ext cx="2628900" cy="1228427"/>
          </a:xfrm>
          <a:prstGeom prst="roundRect">
            <a:avLst>
              <a:gd name="adj" fmla="val 1033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1851" y="18791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0078" y="1915567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97670" y="2209205"/>
            <a:ext cx="652760" cy="406301"/>
          </a:xfrm>
          <a:prstGeom prst="roundRect">
            <a:avLst>
              <a:gd name="adj" fmla="val 1875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69120" y="2279005"/>
            <a:ext cx="3160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3:00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57402" y="2691705"/>
            <a:ext cx="933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90900" y="1752154"/>
            <a:ext cx="2628900" cy="1228427"/>
          </a:xfrm>
          <a:prstGeom prst="roundRect">
            <a:avLst>
              <a:gd name="adj" fmla="val 1033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43151" y="18791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29769" y="1915567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78970" y="2209205"/>
            <a:ext cx="652760" cy="406301"/>
          </a:xfrm>
          <a:prstGeom prst="roundRect">
            <a:avLst>
              <a:gd name="adj" fmla="val 1875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50420" y="2279005"/>
            <a:ext cx="3160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7:15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24356" y="2691705"/>
            <a:ext cx="13618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一刻 in your answer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1752154"/>
            <a:ext cx="2628900" cy="1228427"/>
          </a:xfrm>
          <a:prstGeom prst="roundRect">
            <a:avLst>
              <a:gd name="adj" fmla="val 1033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24451" y="18791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10771" y="1915567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60270" y="2209205"/>
            <a:ext cx="652760" cy="406301"/>
          </a:xfrm>
          <a:prstGeom prst="roundRect">
            <a:avLst>
              <a:gd name="adj" fmla="val 1875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31720" y="2279005"/>
            <a:ext cx="3160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9:30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65163" y="2691705"/>
            <a:ext cx="12428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半 in your answer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53500" y="1752154"/>
            <a:ext cx="2628900" cy="1228427"/>
          </a:xfrm>
          <a:prstGeom prst="roundRect">
            <a:avLst>
              <a:gd name="adj" fmla="val 1033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105751" y="18791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191625" y="1915567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96921" y="2209205"/>
            <a:ext cx="742057" cy="406301"/>
          </a:xfrm>
          <a:prstGeom prst="roundRect">
            <a:avLst>
              <a:gd name="adj" fmla="val 1875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068371" y="2279005"/>
            <a:ext cx="407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10:45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28166" y="2691705"/>
            <a:ext cx="1679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三刻 or 差 in your answer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9600" y="3132832"/>
            <a:ext cx="1119225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「Remember how to tell time? Today we combine it with everything you know about transport — full sentences like 'At 7:30, my dad drives to work.'」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9600" y="3704183"/>
            <a:ext cx="2337048" cy="336352"/>
          </a:xfrm>
          <a:prstGeom prst="roundRect">
            <a:avLst>
              <a:gd name="adj" fmla="val 37720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301" y="3767584"/>
            <a:ext cx="20212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→ hold up when ready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24349" y="3704183"/>
            <a:ext cx="2696170" cy="336352"/>
          </a:xfrm>
          <a:prstGeom prst="roundRect">
            <a:avLst>
              <a:gd name="adj" fmla="val 37720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02050" y="3767584"/>
            <a:ext cx="23875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 students to read aloud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99976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1682502"/>
            <a:ext cx="10769798" cy="765125"/>
          </a:xfrm>
          <a:prstGeom prst="rect">
            <a:avLst/>
          </a:prstGeom>
          <a:solidFill>
            <a:srgbClr val="F6ED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9676" y="1682502"/>
            <a:ext cx="0" cy="765125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851" y="1834902"/>
            <a:ext cx="10460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96851" y="2028527"/>
            <a:ext cx="10460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combine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expressions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transport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describe a full commute.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101" y="2650629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8377" y="2706142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5502" y="2625328"/>
            <a:ext cx="47375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 sentence with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+ transport + activity</a:t>
            </a:r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5502" y="2898279"/>
            <a:ext cx="4737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说出时间+交通工具+活动的句子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101" y="3206055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6769" y="3261568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5502" y="3180755"/>
            <a:ext cx="42848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match</a:t>
            </a:r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transport + activity pairs.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5502" y="3453705"/>
            <a:ext cx="428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听力配对交通工具和活动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3761482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471" y="3816995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5502" y="3736181"/>
            <a:ext cx="52925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a sentence in the </a:t>
            </a:r>
            <a:pPr algn="l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word order</a:t>
            </a:r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time.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5502" y="4009132"/>
            <a:ext cx="52925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正确的词序造句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2089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84150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SENTENCE PATTERN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847576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 + 交通工具 · The Full Commute Sentence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339602"/>
            <a:ext cx="10972800" cy="450652"/>
          </a:xfrm>
          <a:prstGeom prst="roundRect">
            <a:avLst>
              <a:gd name="adj" fmla="val 2254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1441103"/>
            <a:ext cx="107778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(每天)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坐/走路/开车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Activity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" y="2294781"/>
            <a:ext cx="109728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1955155"/>
            <a:ext cx="58198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EXAMPLE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2323" y="1955155"/>
            <a:ext cx="524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600" y="2753320"/>
            <a:ext cx="109728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2418457"/>
            <a:ext cx="58198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我爸爸七点半开车上班。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2323" y="2418457"/>
            <a:ext cx="524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dad drives to work at 7:30.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600" y="3207097"/>
            <a:ext cx="109728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2872234"/>
            <a:ext cx="58198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我妈妈每天八点坐地铁上班。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2323" y="2872234"/>
            <a:ext cx="524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mum takes the subway to work at 8 every day.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600" y="3660874"/>
            <a:ext cx="109728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3326011"/>
            <a:ext cx="58198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我哥哥七点一刻坐校车上学。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2323" y="3326011"/>
            <a:ext cx="524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brother takes the school bus to school at quarter past 7.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600" y="3767138"/>
            <a:ext cx="10972800" cy="876002"/>
          </a:xfrm>
          <a:prstGeom prst="roundRect">
            <a:avLst>
              <a:gd name="adj" fmla="val 11598"/>
            </a:avLst>
          </a:prstGeom>
          <a:solidFill>
            <a:srgbClr val="F7E9E6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1800" y="4028926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🎉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41375" y="3887688"/>
            <a:ext cx="3534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REACTIONS!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41375" y="4068663"/>
            <a:ext cx="3534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我奶奶晚上十二点坐飞机去买菜。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41375" y="4360664"/>
            <a:ext cx="3534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grandma flies (by plane) at midnight... to buy groceries.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204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Ex6 Scene Modelling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558701"/>
            <a:ext cx="11296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EX6, P.91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8701" y="799951"/>
            <a:ext cx="112960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情景练习 · Text/Scenes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58701" y="123170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scenes, each showing a person + transport icon + clock time — model Scene 1, then Scenes 2–5 follow the same process.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501527"/>
            <a:ext cx="2133600" cy="1161604"/>
          </a:xfrm>
          <a:prstGeom prst="roundRect">
            <a:avLst>
              <a:gd name="adj" fmla="val 8747"/>
            </a:avLst>
          </a:prstGeom>
          <a:solidFill>
            <a:srgbClr val="F6EDD9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2018" y="1609427"/>
            <a:ext cx="496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65200" y="1803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65213" y="1855440"/>
            <a:ext cx="678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5301" y="1812578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42442" y="2120503"/>
            <a:ext cx="366117" cy="250627"/>
          </a:xfrm>
          <a:prstGeom prst="roundRect">
            <a:avLst>
              <a:gd name="adj" fmla="val 2533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50343" y="2164854"/>
            <a:ext cx="1533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?:??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65486" y="2421880"/>
            <a:ext cx="734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below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93802" y="1501527"/>
            <a:ext cx="2133749" cy="1161604"/>
          </a:xfrm>
          <a:prstGeom prst="roundRect">
            <a:avLst>
              <a:gd name="adj" fmla="val 8747"/>
            </a:avLst>
          </a:prstGeom>
          <a:solidFill>
            <a:srgbClr val="F6F2E8"/>
          </a:solidFill>
          <a:ln w="19050">
            <a:solidFill>
              <a:srgbClr val="F6F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8040" y="1609427"/>
            <a:ext cx="515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00301" y="1803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00314" y="1855440"/>
            <a:ext cx="678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0402" y="1812578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7543" y="2120503"/>
            <a:ext cx="366117" cy="250627"/>
          </a:xfrm>
          <a:prstGeom prst="roundRect">
            <a:avLst>
              <a:gd name="adj" fmla="val 2533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85443" y="2164854"/>
            <a:ext cx="1533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?:??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1796" y="2421880"/>
            <a:ext cx="425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051" y="1501527"/>
            <a:ext cx="2133749" cy="1161604"/>
          </a:xfrm>
          <a:prstGeom prst="roundRect">
            <a:avLst>
              <a:gd name="adj" fmla="val 8747"/>
            </a:avLst>
          </a:prstGeom>
          <a:solidFill>
            <a:srgbClr val="F6F2E8"/>
          </a:solidFill>
          <a:ln w="19050">
            <a:solidFill>
              <a:srgbClr val="F6F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42992" y="1609427"/>
            <a:ext cx="5159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35551" y="1803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5563" y="1855440"/>
            <a:ext cx="678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5652" y="1812578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12793" y="2120503"/>
            <a:ext cx="366117" cy="250627"/>
          </a:xfrm>
          <a:prstGeom prst="roundRect">
            <a:avLst>
              <a:gd name="adj" fmla="val 2533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20693" y="2164854"/>
            <a:ext cx="1533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?:??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87045" y="2421880"/>
            <a:ext cx="425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64301" y="1501527"/>
            <a:ext cx="2133749" cy="1161604"/>
          </a:xfrm>
          <a:prstGeom prst="roundRect">
            <a:avLst>
              <a:gd name="adj" fmla="val 8747"/>
            </a:avLst>
          </a:prstGeom>
          <a:solidFill>
            <a:srgbClr val="F6F2E8"/>
          </a:solidFill>
          <a:ln w="19050">
            <a:solidFill>
              <a:srgbClr val="F6F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77795" y="1609427"/>
            <a:ext cx="516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70800" y="1803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170813" y="1855440"/>
            <a:ext cx="678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00901" y="1812578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48042" y="2120503"/>
            <a:ext cx="366117" cy="250627"/>
          </a:xfrm>
          <a:prstGeom prst="roundRect">
            <a:avLst>
              <a:gd name="adj" fmla="val 2533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255943" y="2164854"/>
            <a:ext cx="1533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?:??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22295" y="2421880"/>
            <a:ext cx="425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499550" y="1501527"/>
            <a:ext cx="2133749" cy="1161604"/>
          </a:xfrm>
          <a:prstGeom prst="roundRect">
            <a:avLst>
              <a:gd name="adj" fmla="val 8747"/>
            </a:avLst>
          </a:prstGeom>
          <a:solidFill>
            <a:srgbClr val="F6F2E8"/>
          </a:solidFill>
          <a:ln w="19050">
            <a:solidFill>
              <a:srgbClr val="F6F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313491" y="1609427"/>
            <a:ext cx="515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306050" y="1803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406063" y="1855440"/>
            <a:ext cx="678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636151" y="1812578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383292" y="2120503"/>
            <a:ext cx="366117" cy="250627"/>
          </a:xfrm>
          <a:prstGeom prst="roundRect">
            <a:avLst>
              <a:gd name="adj" fmla="val 2533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491192" y="2164854"/>
            <a:ext cx="1533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?:??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357545" y="2421880"/>
            <a:ext cx="425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8701" y="2751981"/>
            <a:ext cx="11074598" cy="1406128"/>
          </a:xfrm>
          <a:prstGeom prst="roundRect">
            <a:avLst>
              <a:gd name="adj" fmla="val 7226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55452" y="2872532"/>
            <a:ext cx="108947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THINK-ALOUD · SCENE 1 — BUILD THE SENTENCE ELEMENT BY ELEMENT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5452" y="3101132"/>
            <a:ext cx="2422475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4758" y="3177332"/>
            <a:ext cx="22638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4758" y="3326457"/>
            <a:ext cx="2263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主语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4758" y="3580358"/>
            <a:ext cx="2263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— who is it?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54127" y="3326457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508177" y="3101132"/>
            <a:ext cx="2422624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587481" y="3177332"/>
            <a:ext cx="22640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2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587481" y="3326457"/>
            <a:ext cx="2264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587481" y="3580358"/>
            <a:ext cx="2264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— what time?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07001" y="3326457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261050" y="3101132"/>
            <a:ext cx="2422624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340355" y="3177332"/>
            <a:ext cx="22640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3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340355" y="3326457"/>
            <a:ext cx="2264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交通工具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340355" y="3580358"/>
            <a:ext cx="2264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Transport — 坐/走路/开车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759875" y="3326457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9013924" y="3101132"/>
            <a:ext cx="2422624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093229" y="3177332"/>
            <a:ext cx="22640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4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093229" y="3326457"/>
            <a:ext cx="2264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093229" y="3580358"/>
            <a:ext cx="2264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— 上班/上学…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55452" y="3875633"/>
            <a:ext cx="10894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Scenes 2–5: students apply this same 4-step process independently in Activity 1.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49226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568351"/>
            <a:ext cx="10769798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5383" y="1720751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49152" y="1801713"/>
            <a:ext cx="9897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comes first in the sentence — the time or the transport?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1101" y="2390626"/>
            <a:ext cx="10769798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5383" y="2543026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49152" y="2623989"/>
            <a:ext cx="9897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Fix the word order: 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我开车七点半上班。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1101" y="3212902"/>
            <a:ext cx="10769798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5383" y="3365302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49152" y="3446264"/>
            <a:ext cx="9897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sentence: 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Mum, 8:15, subway, work.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it on your whiteboard, hold it up!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1101" y="4060627"/>
            <a:ext cx="10769798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3301" y="4155877"/>
            <a:ext cx="10531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1101" y="4565452"/>
            <a:ext cx="21604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on whiteboard, hold it 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32373" y="4565452"/>
            <a:ext cx="16425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for #1 and #2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1094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09451"/>
            <a:ext cx="10769798" cy="263426"/>
          </a:xfrm>
          <a:prstGeom prst="roundRect">
            <a:avLst>
              <a:gd name="adj" fmla="val 48162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251" y="660202"/>
            <a:ext cx="10570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1101" y="999827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1101" y="1288703"/>
            <a:ext cx="1098519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11101" y="1853803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5383" y="1993404"/>
            <a:ext cx="4403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49152" y="2069604"/>
            <a:ext cx="76242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comes first in the sentence — the time or the transport?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60582" y="2069604"/>
            <a:ext cx="20917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Time → Transport → Activity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1101" y="2628305"/>
            <a:ext cx="10769798" cy="733127"/>
          </a:xfrm>
          <a:prstGeom prst="roundRect">
            <a:avLst>
              <a:gd name="adj" fmla="val 138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5383" y="2804368"/>
            <a:ext cx="4403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49152" y="2880568"/>
            <a:ext cx="8200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Fix the word order: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我开车七点半上班。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995446" y="2767905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我开车七点半上班。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66548" y="2993231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我七点半开车上班。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1101" y="3475732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5383" y="3615333"/>
            <a:ext cx="4403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49152" y="3691533"/>
            <a:ext cx="7527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sentence: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Mum, 8:15, subway, work.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63427" y="3691533"/>
            <a:ext cx="2188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我妈妈八点一刻坐地铁上班。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37404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Scene Description · 看图说句子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35157" y="658713"/>
            <a:ext cx="2043708" cy="282476"/>
          </a:xfrm>
          <a:prstGeom prst="roundRect">
            <a:avLst>
              <a:gd name="adj" fmla="val 4491461"/>
            </a:avLst>
          </a:prstGeom>
          <a:solidFill>
            <a:srgbClr val="E4EEF0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97082" y="718989"/>
            <a:ext cx="1754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 · Speaking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0365" y="653951"/>
            <a:ext cx="776734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42290" y="714226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1117402"/>
            <a:ext cx="111406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each of the 5 Ex6 scenes one at a time. Class chorally builds the sentence together first, then in pairs students take turns describing 2 scenes each aloud.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8389" y="1644402"/>
            <a:ext cx="1676251" cy="688777"/>
          </a:xfrm>
          <a:prstGeom prst="roundRect">
            <a:avLst>
              <a:gd name="adj" fmla="val 14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58840" y="1745903"/>
            <a:ext cx="12953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📽️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58840" y="2069753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scene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7041" y="1864965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7290" y="1644402"/>
            <a:ext cx="1676251" cy="688777"/>
          </a:xfrm>
          <a:prstGeom prst="roundRect">
            <a:avLst>
              <a:gd name="adj" fmla="val 14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17741" y="1745903"/>
            <a:ext cx="12953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7741" y="2069753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build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5941" y="1864965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86191" y="1644402"/>
            <a:ext cx="1737271" cy="688777"/>
          </a:xfrm>
          <a:prstGeom prst="roundRect">
            <a:avLst>
              <a:gd name="adj" fmla="val 14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6032" y="1745903"/>
            <a:ext cx="1357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76032" y="2069753"/>
            <a:ext cx="13575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 · 2 scenes each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87353" y="2460129"/>
            <a:ext cx="5017294" cy="539651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615928" y="2460129"/>
            <a:ext cx="0" cy="539651"/>
          </a:xfrm>
          <a:prstGeom prst="line">
            <a:avLst/>
          </a:prstGeom>
          <a:noFill/>
          <a:ln w="57150">
            <a:solidFill>
              <a:srgbClr val="3A7D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8074" y="2587079"/>
            <a:ext cx="45930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 </a:t>
            </a:r>
            <a:pPr algn="ctr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(坐 + vehicle / 走路 / 开车) + 上班/上学。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901" y="3126730"/>
            <a:ext cx="3556099" cy="707827"/>
          </a:xfrm>
          <a:prstGeom prst="roundRect">
            <a:avLst>
              <a:gd name="adj" fmla="val 143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7301" y="3228231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7301" y="3409206"/>
            <a:ext cx="3316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displayed on the projector throughout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17950" y="3126730"/>
            <a:ext cx="3556099" cy="707827"/>
          </a:xfrm>
          <a:prstGeom prst="roundRect">
            <a:avLst>
              <a:gd name="adj" fmla="val 143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70350" y="3228231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70350" y="3409206"/>
            <a:ext cx="3316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每天 and a simple follow-up comment if time allows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01000" y="3126730"/>
            <a:ext cx="3556099" cy="707827"/>
          </a:xfrm>
          <a:prstGeom prst="roundRect">
            <a:avLst>
              <a:gd name="adj" fmla="val 143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153400" y="3228231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53400" y="3409206"/>
            <a:ext cx="3316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on every scene; cold call 3 pairs after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4272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 + 写句子 · Listening + Writing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242673" y="658713"/>
            <a:ext cx="1436191" cy="282476"/>
          </a:xfrm>
          <a:prstGeom prst="roundRect">
            <a:avLst>
              <a:gd name="adj" fmla="val 4491461"/>
            </a:avLst>
          </a:prstGeom>
          <a:solidFill>
            <a:srgbClr val="F7E9E6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04598" y="718989"/>
            <a:ext cx="11345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0365" y="653951"/>
            <a:ext cx="776734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42290" y="714226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1117402"/>
            <a:ext cx="11140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Ex7 listening — tick the correct transport/activity picture pairs (6 items). Then write 1 full sentence for 2 of the items you heard.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5679" y="1444377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Ex7, p.92 · CD T58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08548" y="1733252"/>
            <a:ext cx="1803202" cy="688777"/>
          </a:xfrm>
          <a:prstGeom prst="roundRect">
            <a:avLst>
              <a:gd name="adj" fmla="val 14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97729" y="1834753"/>
            <a:ext cx="14248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97729" y="2158603"/>
            <a:ext cx="1424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· CD T58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150" y="1953816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4399" y="1733252"/>
            <a:ext cx="1803202" cy="688777"/>
          </a:xfrm>
          <a:prstGeom prst="roundRect">
            <a:avLst>
              <a:gd name="adj" fmla="val 14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83581" y="1834753"/>
            <a:ext cx="14248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83581" y="2158603"/>
            <a:ext cx="1424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6 pairs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50001" y="1953816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80250" y="1733252"/>
            <a:ext cx="1803202" cy="688777"/>
          </a:xfrm>
          <a:prstGeom prst="roundRect">
            <a:avLst>
              <a:gd name="adj" fmla="val 14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69432" y="1834753"/>
            <a:ext cx="14248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9432" y="2158603"/>
            <a:ext cx="1424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 sentences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4901" y="2599730"/>
            <a:ext cx="3556099" cy="707827"/>
          </a:xfrm>
          <a:prstGeom prst="roundRect">
            <a:avLst>
              <a:gd name="adj" fmla="val 143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7301" y="2701230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7301" y="2882205"/>
            <a:ext cx="3316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answer options labelled with pinyin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17950" y="2599730"/>
            <a:ext cx="3556099" cy="707827"/>
          </a:xfrm>
          <a:prstGeom prst="roundRect">
            <a:avLst>
              <a:gd name="adj" fmla="val 143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70350" y="2701230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70350" y="2882205"/>
            <a:ext cx="3316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sentences for all 6 items instead of 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01000" y="2599730"/>
            <a:ext cx="3556099" cy="707827"/>
          </a:xfrm>
          <a:prstGeom prst="roundRect">
            <a:avLst>
              <a:gd name="adj" fmla="val 143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53400" y="2701230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53400" y="2882205"/>
            <a:ext cx="3316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Whiteboards — hold up tick-sheet/sentences for a quick teacher scan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19638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Sentence Jumble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5027" y="609451"/>
            <a:ext cx="10217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8310" y="898327"/>
            <a:ext cx="3775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句子拼图 · Sentence Jumble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19149" y="1453902"/>
            <a:ext cx="5753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 race to arrange the word cards into the correct sentence order on their desk.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00201" y="1780877"/>
            <a:ext cx="1295400" cy="679252"/>
          </a:xfrm>
          <a:prstGeom prst="roundRect">
            <a:avLst>
              <a:gd name="adj" fmla="val 149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42695" y="1882378"/>
            <a:ext cx="10104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42695" y="2206228"/>
            <a:ext cx="10104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Shuffle cards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22552" y="2006203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14701" y="1780877"/>
            <a:ext cx="1295400" cy="679252"/>
          </a:xfrm>
          <a:prstGeom prst="roundRect">
            <a:avLst>
              <a:gd name="adj" fmla="val 149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57195" y="1882378"/>
            <a:ext cx="10104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7195" y="2206228"/>
            <a:ext cx="10104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Race in pairs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37052" y="2006203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9201" y="1780877"/>
            <a:ext cx="1295400" cy="679252"/>
          </a:xfrm>
          <a:prstGeom prst="roundRect">
            <a:avLst>
              <a:gd name="adj" fmla="val 149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71695" y="1882378"/>
            <a:ext cx="10104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1695" y="2206228"/>
            <a:ext cx="10104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Arrange in order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51552" y="2006203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43701" y="1780877"/>
            <a:ext cx="1448098" cy="679252"/>
          </a:xfrm>
          <a:prstGeom prst="roundRect">
            <a:avLst>
              <a:gd name="adj" fmla="val 149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84668" y="1882378"/>
            <a:ext cx="11661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84668" y="2206228"/>
            <a:ext cx="1166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Hands up when done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26445" y="2587079"/>
            <a:ext cx="888802" cy="644426"/>
          </a:xfrm>
          <a:prstGeom prst="roundRect">
            <a:avLst>
              <a:gd name="adj" fmla="val 15766"/>
            </a:avLst>
          </a:prstGeom>
          <a:solidFill>
            <a:srgbClr val="FFFFFF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42246" y="275213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42197" y="2587079"/>
            <a:ext cx="660202" cy="644426"/>
          </a:xfrm>
          <a:prstGeom prst="roundRect">
            <a:avLst>
              <a:gd name="adj" fmla="val 15766"/>
            </a:avLst>
          </a:prstGeom>
          <a:solidFill>
            <a:srgbClr val="FFFFFF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57998" y="275213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349" y="2587079"/>
            <a:ext cx="660202" cy="644426"/>
          </a:xfrm>
          <a:prstGeom prst="roundRect">
            <a:avLst>
              <a:gd name="adj" fmla="val 15766"/>
            </a:avLst>
          </a:prstGeom>
          <a:solidFill>
            <a:srgbClr val="FFFFFF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45150" y="275213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16501" y="2587079"/>
            <a:ext cx="888802" cy="644426"/>
          </a:xfrm>
          <a:prstGeom prst="roundRect">
            <a:avLst>
              <a:gd name="adj" fmla="val 15766"/>
            </a:avLst>
          </a:prstGeom>
          <a:solidFill>
            <a:srgbClr val="FFFFFF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32302" y="275213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32253" y="2587079"/>
            <a:ext cx="888802" cy="644426"/>
          </a:xfrm>
          <a:prstGeom prst="roundRect">
            <a:avLst>
              <a:gd name="adj" fmla="val 15766"/>
            </a:avLst>
          </a:prstGeom>
          <a:solidFill>
            <a:srgbClr val="FFFFFF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48054" y="275213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48005" y="2587079"/>
            <a:ext cx="1117402" cy="644426"/>
          </a:xfrm>
          <a:prstGeom prst="roundRect">
            <a:avLst>
              <a:gd name="adj" fmla="val 15766"/>
            </a:avLst>
          </a:prstGeom>
          <a:solidFill>
            <a:srgbClr val="FFFFFF"/>
          </a:solidFill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63805" y="2752130"/>
            <a:ext cx="699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31405" y="3358455"/>
            <a:ext cx="23254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🃏 6 cards per set · one set per pair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9903" y="3358455"/>
            <a:ext cx="32812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correct pair raises hands — teacher checks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85423" y="3358455"/>
            <a:ext cx="14025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🚫 No devices needed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3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时间交通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621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572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558701"/>
            <a:ext cx="1108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0350" y="787301"/>
            <a:ext cx="11088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0350" y="1244501"/>
            <a:ext cx="11088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0350" y="150792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051" y="1450777"/>
            <a:ext cx="3481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 sentence with time + transport + activity.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0350" y="173652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051" y="1679377"/>
            <a:ext cx="317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and match transport + activity pairs.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0350" y="196512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051" y="1907977"/>
            <a:ext cx="39253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a sentence in the correct word order every time.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0350" y="2174677"/>
            <a:ext cx="10871299" cy="604838"/>
          </a:xfrm>
          <a:prstGeom prst="roundRect">
            <a:avLst>
              <a:gd name="adj" fmla="val 167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3501" y="2276177"/>
            <a:ext cx="106742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3501" y="2504777"/>
            <a:ext cx="106742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whiteboards: Rate yourself — can you build a time + transport + activity sentence with no help?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0350" y="2855714"/>
            <a:ext cx="10871299" cy="626418"/>
          </a:xfrm>
          <a:prstGeom prst="roundRect">
            <a:avLst>
              <a:gd name="adj" fmla="val 16219"/>
            </a:avLst>
          </a:prstGeom>
          <a:solidFill>
            <a:srgbClr val="F6EDD9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2551" y="2976265"/>
            <a:ext cx="4979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82551" y="3163491"/>
            <a:ext cx="497919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 about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own commute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including a time.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0350" y="3558332"/>
            <a:ext cx="735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10171" y="3558332"/>
            <a:ext cx="987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06452" y="3558332"/>
            <a:ext cx="7974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0350" y="3834557"/>
            <a:ext cx="11088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「Next lesson: you'll interview a partner about their family's routine and commute — get ready to ask lots of questions!」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0742" y="1498104"/>
            <a:ext cx="43036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742207" y="2380655"/>
            <a:ext cx="270743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1685" y="2986980"/>
            <a:ext cx="706848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combine </a:t>
            </a:r>
            <a:pPr algn="ctr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+ transport + activity</a:t>
            </a:r>
            <a:pPr algn="ctr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a full commute sentence.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63217" y="3438971"/>
            <a:ext cx="7865566" cy="1230362"/>
          </a:xfrm>
          <a:prstGeom prst="roundRect">
            <a:avLst>
              <a:gd name="adj" fmla="val 8258"/>
            </a:avLst>
          </a:prstGeom>
          <a:solidFill>
            <a:srgbClr val="E4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66654" y="3635722"/>
            <a:ext cx="72586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66654" y="3848398"/>
            <a:ext cx="72586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采访同伴 · Partner Interviews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6654" y="4277023"/>
            <a:ext cx="72586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You'll interview a partner about their family's routine and commute — get ready to ask lots of questions!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18362" y="4872335"/>
            <a:ext cx="435527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pPr algn="ctr" indent="0" marL="0">
              <a:lnSpc>
                <a:spcPts val="1920"/>
              </a:lnSpc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+ (每天) + Time + 坐/走路/开车 + Activity</a:t>
            </a:r>
            <a:pPr algn="ctr" indent="0" marL="0">
              <a:lnSpc>
                <a:spcPts val="1920"/>
              </a:lnSpc>
              <a:spcBef>
                <a:spcPts val="800"/>
              </a:spcBef>
              <a:buNone/>
            </a:pPr>
            <a:endParaRPr lang="en-US" sz="1200" dirty="0"/>
          </a:p>
          <a:p>
            <a:pPr algn="ctr" indent="0" marL="0">
              <a:lnSpc>
                <a:spcPts val="192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ask a partner all about theirs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2026-07-18T08:49:24Z</dcterms:created>
  <dcterms:modified xsi:type="dcterms:W3CDTF">2026-07-18T08:49:24Z</dcterms:modified>
</cp:coreProperties>
</file>