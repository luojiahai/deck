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image" Target="../media/image-1-5.png"/><Relationship Id="rId6" Type="http://schemas.openxmlformats.org/officeDocument/2006/relationships/image" Target="../media/image-1-6.svg"/><Relationship Id="rId7" Type="http://schemas.openxmlformats.org/officeDocument/2006/relationships/image" Target="../media/image-1-7.png"/><Relationship Id="rId8" Type="http://schemas.openxmlformats.org/officeDocument/2006/relationships/image" Target="../media/image-1-8.sv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image" Target="../media/image-14-5.png"/><Relationship Id="rId6" Type="http://schemas.openxmlformats.org/officeDocument/2006/relationships/image" Target="../media/image-14-6.svg"/><Relationship Id="rId7" Type="http://schemas.openxmlformats.org/officeDocument/2006/relationships/image" Target="../media/image-14-7.png"/><Relationship Id="rId8" Type="http://schemas.openxmlformats.org/officeDocument/2006/relationships/image" Target="../media/image-14-8.svg"/><Relationship Id="rId9" Type="http://schemas.openxmlformats.org/officeDocument/2006/relationships/image" Target="../media/image-14-9.png"/><Relationship Id="rId10" Type="http://schemas.openxmlformats.org/officeDocument/2006/relationships/image" Target="../media/image-14-10.svg"/><Relationship Id="rId11" Type="http://schemas.openxmlformats.org/officeDocument/2006/relationships/image" Target="../media/image-14-11.png"/><Relationship Id="rId12" Type="http://schemas.openxmlformats.org/officeDocument/2006/relationships/image" Target="../media/image-14-12.svg"/><Relationship Id="rId13" Type="http://schemas.openxmlformats.org/officeDocument/2006/relationships/image" Target="../media/image-14-13.png"/><Relationship Id="rId14" Type="http://schemas.openxmlformats.org/officeDocument/2006/relationships/image" Target="../media/image-14-14.svg"/><Relationship Id="rId15" Type="http://schemas.openxmlformats.org/officeDocument/2006/relationships/image" Target="../media/image-14-15.png"/><Relationship Id="rId16" Type="http://schemas.openxmlformats.org/officeDocument/2006/relationships/image" Target="../media/image-14-16.svg"/><Relationship Id="rId17" Type="http://schemas.openxmlformats.org/officeDocument/2006/relationships/image" Target="../media/image-14-17.png"/><Relationship Id="rId18" Type="http://schemas.openxmlformats.org/officeDocument/2006/relationships/image" Target="../media/image-14-18.svg"/><Relationship Id="rId19" Type="http://schemas.openxmlformats.org/officeDocument/2006/relationships/image" Target="../media/image-14-19.png"/><Relationship Id="rId20" Type="http://schemas.openxmlformats.org/officeDocument/2006/relationships/image" Target="../media/image-14-20.svg"/><Relationship Id="rId21" Type="http://schemas.openxmlformats.org/officeDocument/2006/relationships/slideLayout" Target="../slideLayouts/slideLayout1.xml"/><Relationship Id="rId2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8288000" cy="8096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804862"/>
            <a:ext cx="18288000" cy="0"/>
          </a:xfrm>
          <a:prstGeom prst="line">
            <a:avLst/>
          </a:prstGeom>
          <a:noFill/>
          <a:ln w="9525">
            <a:solidFill>
              <a:srgbClr val="E1DBC0"/>
            </a:solidFill>
            <a:prstDash val="solid"/>
          </a:ln>
        </p:spPr>
      </p:sp>
      <p:sp>
        <p:nvSpPr>
          <p:cNvPr id="4" name="Text 2"/>
          <p:cNvSpPr/>
          <p:nvPr/>
        </p:nvSpPr>
        <p:spPr>
          <a:xfrm>
            <a:off x="762000" y="0"/>
            <a:ext cx="16764000" cy="47625"/>
          </a:xfrm>
          <a:prstGeom prst="rect">
            <a:avLst/>
          </a:prstGeom>
          <a:solidFill>
            <a:srgbClr val="4C7A2C"/>
          </a:solidFill>
          <a:ln/>
        </p:spPr>
        <p:txBody>
          <a:bodyPr wrap="square" rtlCol="0" anchor="ctr"/>
          <a:lstStyle/>
          <a:p>
            <a:pPr indent="0" marL="0">
              <a:buNone/>
            </a:pPr>
            <a:endParaRPr lang="en-US" dirty="0"/>
          </a:p>
        </p:txBody>
      </p:sp>
      <p:sp>
        <p:nvSpPr>
          <p:cNvPr id="5" name="Text 3"/>
          <p:cNvSpPr/>
          <p:nvPr/>
        </p:nvSpPr>
        <p:spPr>
          <a:xfrm>
            <a:off x="1066800" y="2453580"/>
            <a:ext cx="16710660" cy="381000"/>
          </a:xfrm>
          <a:prstGeom prst="rect">
            <a:avLst/>
          </a:prstGeom>
          <a:noFill/>
          <a:ln/>
        </p:spPr>
        <p:txBody>
          <a:bodyPr wrap="square" lIns="0" tIns="0" rIns="0" bIns="0" rtlCol="0" anchor="t"/>
          <a:lstStyle/>
          <a:p>
            <a:pPr algn="l" indent="0" marL="0">
              <a:buNone/>
            </a:pPr>
            <a:r>
              <a:rPr lang="en-US" sz="2100" b="1" dirty="0">
                <a:solidFill>
                  <a:srgbClr val="B96A12"/>
                </a:solidFill>
                <a:latin typeface="Noto Sans" pitchFamily="34" charset="0"/>
                <a:ea typeface="Noto Sans" pitchFamily="34" charset="-122"/>
                <a:cs typeface="Noto Sans" pitchFamily="34" charset="-120"/>
              </a:rPr>
              <a:t>轻松学中文 2 · UNIT 4 · LESSON 10</a:t>
            </a:r>
            <a:endParaRPr lang="en-US" sz="2100" dirty="0"/>
          </a:p>
        </p:txBody>
      </p:sp>
      <p:sp>
        <p:nvSpPr>
          <p:cNvPr id="6" name="Text 4"/>
          <p:cNvSpPr/>
          <p:nvPr/>
        </p:nvSpPr>
        <p:spPr>
          <a:xfrm>
            <a:off x="1066800" y="3082230"/>
            <a:ext cx="16710660" cy="1845915"/>
          </a:xfrm>
          <a:prstGeom prst="rect">
            <a:avLst/>
          </a:prstGeom>
          <a:noFill/>
          <a:ln/>
        </p:spPr>
        <p:txBody>
          <a:bodyPr wrap="square" lIns="0" tIns="0" rIns="0" bIns="0" rtlCol="0" anchor="t"/>
          <a:lstStyle/>
          <a:p>
            <a:pPr algn="l" indent="0" marL="0">
              <a:lnSpc>
                <a:spcPts val="14535"/>
              </a:lnSpc>
              <a:spcBef>
                <a:spcPts val="1950"/>
              </a:spcBef>
              <a:spcAft>
                <a:spcPts val="750"/>
              </a:spcAft>
              <a:buNone/>
            </a:pPr>
            <a:r>
              <a:rPr lang="en-US" sz="14250" b="1" dirty="0">
                <a:solidFill>
                  <a:srgbClr val="24321C"/>
                </a:solidFill>
                <a:latin typeface="Noto Serif SC" pitchFamily="34" charset="0"/>
                <a:ea typeface="Noto Serif SC" pitchFamily="34" charset="-122"/>
                <a:cs typeface="Noto Serif SC" pitchFamily="34" charset="-120"/>
              </a:rPr>
              <a:t>水果</a:t>
            </a:r>
            <a:endParaRPr lang="en-US" sz="14250" dirty="0"/>
          </a:p>
        </p:txBody>
      </p:sp>
      <p:sp>
        <p:nvSpPr>
          <p:cNvPr id="7" name="Text 5"/>
          <p:cNvSpPr/>
          <p:nvPr/>
        </p:nvSpPr>
        <p:spPr>
          <a:xfrm>
            <a:off x="1066800" y="5023396"/>
            <a:ext cx="16710660" cy="904875"/>
          </a:xfrm>
          <a:prstGeom prst="rect">
            <a:avLst/>
          </a:prstGeom>
          <a:noFill/>
          <a:ln/>
        </p:spPr>
        <p:txBody>
          <a:bodyPr wrap="square" lIns="0" tIns="0" rIns="0" bIns="0" rtlCol="0" anchor="t"/>
          <a:lstStyle/>
          <a:p>
            <a:pPr algn="l" indent="0" marL="0">
              <a:buNone/>
            </a:pPr>
            <a:r>
              <a:rPr lang="en-US" sz="5100" b="1" dirty="0">
                <a:solidFill>
                  <a:srgbClr val="4C7A2C"/>
                </a:solidFill>
                <a:latin typeface="Noto Serif SC" pitchFamily="34" charset="0"/>
                <a:ea typeface="Noto Serif SC" pitchFamily="34" charset="-122"/>
                <a:cs typeface="Noto Serif SC" pitchFamily="34" charset="-120"/>
              </a:rPr>
              <a:t>Fruits · and 都 covering a list</a:t>
            </a:r>
            <a:endParaRPr lang="en-US" sz="5100" dirty="0"/>
          </a:p>
        </p:txBody>
      </p:sp>
      <p:sp>
        <p:nvSpPr>
          <p:cNvPr id="8" name="Text 6"/>
          <p:cNvSpPr/>
          <p:nvPr/>
        </p:nvSpPr>
        <p:spPr>
          <a:xfrm>
            <a:off x="1066800" y="6271171"/>
            <a:ext cx="16710660" cy="400050"/>
          </a:xfrm>
          <a:prstGeom prst="rect">
            <a:avLst/>
          </a:prstGeom>
          <a:noFill/>
          <a:ln/>
        </p:spPr>
        <p:txBody>
          <a:bodyPr wrap="square" lIns="0" tIns="0" rIns="0" bIns="0" rtlCol="0" anchor="t"/>
          <a:lstStyle/>
          <a:p>
            <a:pPr algn="l" indent="0" marL="0">
              <a:spcBef>
                <a:spcPts val="2700"/>
              </a:spcBef>
              <a:buNone/>
            </a:pPr>
            <a:r>
              <a:rPr lang="en-US" sz="2250" dirty="0">
                <a:solidFill>
                  <a:srgbClr val="4E5A42"/>
                </a:solidFill>
                <a:latin typeface="Noto Sans" pitchFamily="34" charset="0"/>
                <a:ea typeface="Noto Sans" pitchFamily="34" charset="-122"/>
                <a:cs typeface="Noto Sans" pitchFamily="34" charset="-120"/>
              </a:rPr>
              <a:t>Lesson 4 of 6 · 50 minutes · 课本 p.95–96</a:t>
            </a:r>
            <a:endParaRPr lang="en-US" sz="2250" dirty="0"/>
          </a:p>
        </p:txBody>
      </p:sp>
      <p:pic>
        <p:nvPicPr>
          <p:cNvPr id="9" name="Image 0" descr="/Users/luojiahai/code/deck/index/designs/y8-l10/img/shuigu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66800" y="7128421"/>
            <a:ext cx="1428750" cy="1428750"/>
          </a:xfrm>
          <a:prstGeom prst="rect">
            <a:avLst/>
          </a:prstGeom>
        </p:spPr>
      </p:pic>
      <p:pic>
        <p:nvPicPr>
          <p:cNvPr id="10" name="Image 1" descr="/Users/luojiahai/code/deck/index/designs/y8-l10/img/pingguo.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62250" y="7128421"/>
            <a:ext cx="1428750" cy="1428750"/>
          </a:xfrm>
          <a:prstGeom prst="rect">
            <a:avLst/>
          </a:prstGeom>
        </p:spPr>
      </p:pic>
      <p:pic>
        <p:nvPicPr>
          <p:cNvPr id="11" name="Image 2" descr="/Users/luojiahai/code/deck/index/designs/y8-l10/img/xiangjiao.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57700" y="7128421"/>
            <a:ext cx="1428750" cy="1428750"/>
          </a:xfrm>
          <a:prstGeom prst="rect">
            <a:avLst/>
          </a:prstGeom>
        </p:spPr>
      </p:pic>
      <p:pic>
        <p:nvPicPr>
          <p:cNvPr id="12" name="Image 3" descr="/Users/luojiahai/code/deck/index/designs/y8-l10/img/juzi.sv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53150" y="7128421"/>
            <a:ext cx="1428750" cy="14287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8288000" cy="8096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804862"/>
            <a:ext cx="18288000" cy="0"/>
          </a:xfrm>
          <a:prstGeom prst="line">
            <a:avLst/>
          </a:prstGeom>
          <a:noFill/>
          <a:ln w="9525">
            <a:solidFill>
              <a:srgbClr val="E1DBC0"/>
            </a:solidFill>
            <a:prstDash val="solid"/>
          </a:ln>
        </p:spPr>
      </p:sp>
      <p:sp>
        <p:nvSpPr>
          <p:cNvPr id="4" name="Text 2"/>
          <p:cNvSpPr/>
          <p:nvPr/>
        </p:nvSpPr>
        <p:spPr>
          <a:xfrm>
            <a:off x="762000" y="0"/>
            <a:ext cx="16764000" cy="47625"/>
          </a:xfrm>
          <a:prstGeom prst="rect">
            <a:avLst/>
          </a:prstGeom>
          <a:solidFill>
            <a:srgbClr val="4C7A2C"/>
          </a:solidFill>
          <a:ln/>
        </p:spPr>
        <p:txBody>
          <a:bodyPr wrap="square" rtlCol="0" anchor="ctr"/>
          <a:lstStyle/>
          <a:p>
            <a:pPr indent="0" marL="0">
              <a:buNone/>
            </a:pPr>
            <a:endParaRPr lang="en-US" dirty="0"/>
          </a:p>
        </p:txBody>
      </p:sp>
      <p:sp>
        <p:nvSpPr>
          <p:cNvPr id="5" name="Text 3"/>
          <p:cNvSpPr/>
          <p:nvPr/>
        </p:nvSpPr>
        <p:spPr>
          <a:xfrm>
            <a:off x="838200" y="1181100"/>
            <a:ext cx="16943832" cy="314325"/>
          </a:xfrm>
          <a:prstGeom prst="rect">
            <a:avLst/>
          </a:prstGeom>
          <a:noFill/>
          <a:ln/>
        </p:spPr>
        <p:txBody>
          <a:bodyPr wrap="square" lIns="0" tIns="0" rIns="0" bIns="0" rtlCol="0" anchor="t"/>
          <a:lstStyle/>
          <a:p>
            <a:pPr algn="l" indent="0" marL="0">
              <a:spcAft>
                <a:spcPts val="1350"/>
              </a:spcAft>
              <a:buNone/>
            </a:pPr>
            <a:r>
              <a:rPr lang="en-US" sz="1800" b="1" dirty="0">
                <a:solidFill>
                  <a:srgbClr val="4C7A2C"/>
                </a:solidFill>
                <a:latin typeface="Noto Sans" pitchFamily="34" charset="0"/>
                <a:ea typeface="Noto Sans" pitchFamily="34" charset="-122"/>
                <a:cs typeface="Noto Sans" pitchFamily="34" charset="-120"/>
              </a:rPr>
              <a:t>阅读 · READ IT TOGETHER — 练习册 EX.6</a:t>
            </a:r>
            <a:endParaRPr lang="en-US" sz="1800" dirty="0"/>
          </a:p>
        </p:txBody>
      </p:sp>
      <p:sp>
        <p:nvSpPr>
          <p:cNvPr id="6" name="Text 4"/>
          <p:cNvSpPr/>
          <p:nvPr/>
        </p:nvSpPr>
        <p:spPr>
          <a:xfrm>
            <a:off x="838200" y="1838325"/>
            <a:ext cx="505206" cy="533400"/>
          </a:xfrm>
          <a:prstGeom prst="rect">
            <a:avLst/>
          </a:prstGeom>
          <a:noFill/>
          <a:ln/>
        </p:spPr>
        <p:txBody>
          <a:bodyPr wrap="square" lIns="0" tIns="0" rIns="0" bIns="0" rtlCol="0" anchor="t"/>
          <a:lstStyle/>
          <a:p>
            <a:pPr algn="l" indent="0" marL="0">
              <a:buNone/>
            </a:pPr>
            <a:r>
              <a:rPr lang="en-US" sz="3000" b="1" dirty="0">
                <a:solidFill>
                  <a:srgbClr val="B96A12"/>
                </a:solidFill>
                <a:latin typeface="Noto Serif SC" pitchFamily="34" charset="0"/>
                <a:ea typeface="Noto Serif SC" pitchFamily="34" charset="-122"/>
                <a:cs typeface="Noto Serif SC" pitchFamily="34" charset="-120"/>
              </a:rPr>
              <a:t>一</a:t>
            </a:r>
            <a:endParaRPr lang="en-US" sz="3000" dirty="0"/>
          </a:p>
        </p:txBody>
      </p:sp>
      <p:sp>
        <p:nvSpPr>
          <p:cNvPr id="7" name="Text 5"/>
          <p:cNvSpPr/>
          <p:nvPr/>
        </p:nvSpPr>
        <p:spPr>
          <a:xfrm>
            <a:off x="1562100" y="1838325"/>
            <a:ext cx="16205454" cy="1188541"/>
          </a:xfrm>
          <a:prstGeom prst="rect">
            <a:avLst/>
          </a:prstGeom>
          <a:noFill/>
          <a:ln/>
        </p:spPr>
        <p:txBody>
          <a:bodyPr wrap="square" lIns="0" tIns="0" rIns="0" bIns="0" rtlCol="0" anchor="t"/>
          <a:lstStyle/>
          <a:p>
            <a:pPr algn="l" indent="0" marL="0">
              <a:lnSpc>
                <a:spcPts val="4680"/>
              </a:lnSpc>
              <a:buNone/>
            </a:pPr>
            <a:r>
              <a:rPr lang="en-US" sz="3600" b="1" dirty="0">
                <a:solidFill>
                  <a:srgbClr val="24321C"/>
                </a:solidFill>
                <a:latin typeface="Noto Serif SC" pitchFamily="34" charset="0"/>
                <a:ea typeface="Noto Serif SC" pitchFamily="34" charset="-122"/>
                <a:cs typeface="Noto Serif SC" pitchFamily="34" charset="-120"/>
              </a:rPr>
              <a:t>在天喜家里，他妈妈做饭。我非常喜欢吃她做的饭。她有时候做西餐，有时候做中餐。</a:t>
            </a:r>
            <a:endParaRPr lang="en-US" sz="3600" dirty="0"/>
          </a:p>
        </p:txBody>
      </p:sp>
      <p:sp>
        <p:nvSpPr>
          <p:cNvPr id="8" name="Text 6"/>
          <p:cNvSpPr/>
          <p:nvPr/>
        </p:nvSpPr>
        <p:spPr>
          <a:xfrm>
            <a:off x="838200" y="3179266"/>
            <a:ext cx="505206" cy="533400"/>
          </a:xfrm>
          <a:prstGeom prst="rect">
            <a:avLst/>
          </a:prstGeom>
          <a:noFill/>
          <a:ln/>
        </p:spPr>
        <p:txBody>
          <a:bodyPr wrap="square" lIns="0" tIns="0" rIns="0" bIns="0" rtlCol="0" anchor="t"/>
          <a:lstStyle/>
          <a:p>
            <a:pPr algn="l" indent="0" marL="0">
              <a:buNone/>
            </a:pPr>
            <a:r>
              <a:rPr lang="en-US" sz="3000" b="1" dirty="0">
                <a:solidFill>
                  <a:srgbClr val="B96A12"/>
                </a:solidFill>
                <a:latin typeface="Noto Serif SC" pitchFamily="34" charset="0"/>
                <a:ea typeface="Noto Serif SC" pitchFamily="34" charset="-122"/>
                <a:cs typeface="Noto Serif SC" pitchFamily="34" charset="-120"/>
              </a:rPr>
              <a:t>二</a:t>
            </a:r>
            <a:endParaRPr lang="en-US" sz="3000" dirty="0"/>
          </a:p>
        </p:txBody>
      </p:sp>
      <p:sp>
        <p:nvSpPr>
          <p:cNvPr id="9" name="Text 7"/>
          <p:cNvSpPr/>
          <p:nvPr/>
        </p:nvSpPr>
        <p:spPr>
          <a:xfrm>
            <a:off x="1562100" y="3179266"/>
            <a:ext cx="16205454" cy="594271"/>
          </a:xfrm>
          <a:prstGeom prst="rect">
            <a:avLst/>
          </a:prstGeom>
          <a:noFill/>
          <a:ln/>
        </p:spPr>
        <p:txBody>
          <a:bodyPr wrap="square" lIns="0" tIns="0" rIns="0" bIns="0" rtlCol="0" anchor="t"/>
          <a:lstStyle/>
          <a:p>
            <a:pPr algn="l" indent="0" marL="0">
              <a:lnSpc>
                <a:spcPts val="4680"/>
              </a:lnSpc>
              <a:buNone/>
            </a:pPr>
            <a:r>
              <a:rPr lang="en-US" sz="3600" b="1" dirty="0">
                <a:solidFill>
                  <a:srgbClr val="24321C"/>
                </a:solidFill>
                <a:latin typeface="Noto Serif SC" pitchFamily="34" charset="0"/>
                <a:ea typeface="Noto Serif SC" pitchFamily="34" charset="-122"/>
                <a:cs typeface="Noto Serif SC" pitchFamily="34" charset="-120"/>
              </a:rPr>
              <a:t>她在花园里种了黄瓜、土豆和西红柿。她用这些蔬菜做沙拉，非常好吃。</a:t>
            </a:r>
            <a:endParaRPr lang="en-US" sz="3600" dirty="0"/>
          </a:p>
        </p:txBody>
      </p:sp>
      <p:sp>
        <p:nvSpPr>
          <p:cNvPr id="10" name="Text 8"/>
          <p:cNvSpPr/>
          <p:nvPr/>
        </p:nvSpPr>
        <p:spPr>
          <a:xfrm>
            <a:off x="838200" y="3925937"/>
            <a:ext cx="505206" cy="533400"/>
          </a:xfrm>
          <a:prstGeom prst="rect">
            <a:avLst/>
          </a:prstGeom>
          <a:noFill/>
          <a:ln/>
        </p:spPr>
        <p:txBody>
          <a:bodyPr wrap="square" lIns="0" tIns="0" rIns="0" bIns="0" rtlCol="0" anchor="t"/>
          <a:lstStyle/>
          <a:p>
            <a:pPr algn="l" indent="0" marL="0">
              <a:buNone/>
            </a:pPr>
            <a:r>
              <a:rPr lang="en-US" sz="3000" b="1" dirty="0">
                <a:solidFill>
                  <a:srgbClr val="B96A12"/>
                </a:solidFill>
                <a:latin typeface="Noto Serif SC" pitchFamily="34" charset="0"/>
                <a:ea typeface="Noto Serif SC" pitchFamily="34" charset="-122"/>
                <a:cs typeface="Noto Serif SC" pitchFamily="34" charset="-120"/>
              </a:rPr>
              <a:t>三</a:t>
            </a:r>
            <a:endParaRPr lang="en-US" sz="3000" dirty="0"/>
          </a:p>
        </p:txBody>
      </p:sp>
      <p:sp>
        <p:nvSpPr>
          <p:cNvPr id="11" name="Text 9"/>
          <p:cNvSpPr/>
          <p:nvPr/>
        </p:nvSpPr>
        <p:spPr>
          <a:xfrm>
            <a:off x="1562100" y="3925937"/>
            <a:ext cx="16205454" cy="594271"/>
          </a:xfrm>
          <a:prstGeom prst="rect">
            <a:avLst/>
          </a:prstGeom>
          <a:noFill/>
          <a:ln/>
        </p:spPr>
        <p:txBody>
          <a:bodyPr wrap="square" lIns="0" tIns="0" rIns="0" bIns="0" rtlCol="0" anchor="t"/>
          <a:lstStyle/>
          <a:p>
            <a:pPr algn="l" indent="0" marL="0">
              <a:lnSpc>
                <a:spcPts val="4680"/>
              </a:lnSpc>
              <a:buNone/>
            </a:pPr>
            <a:r>
              <a:rPr lang="en-US" sz="3600" dirty="0">
                <a:solidFill>
                  <a:srgbClr val="24321C"/>
                </a:solidFill>
                <a:latin typeface="Noto Serif SC" pitchFamily="34" charset="0"/>
                <a:ea typeface="Noto Serif SC" pitchFamily="34" charset="-122"/>
                <a:cs typeface="Noto Serif SC" pitchFamily="34" charset="-120"/>
              </a:rPr>
              <a:t>我以前不喜欢吃蔬菜，</a:t>
            </a:r>
            <a:r>
              <a:rPr lang="en-US" sz="3600" b="1" dirty="0">
                <a:solidFill>
                  <a:srgbClr val="B93F2C"/>
                </a:solidFill>
                <a:latin typeface="Noto Serif SC" pitchFamily="34" charset="0"/>
                <a:ea typeface="Noto Serif SC" pitchFamily="34" charset="-122"/>
                <a:cs typeface="Noto Serif SC" pitchFamily="34" charset="-120"/>
              </a:rPr>
              <a:t>但是</a:t>
            </a:r>
            <a:r>
              <a:rPr lang="en-US" sz="3600" dirty="0">
                <a:solidFill>
                  <a:srgbClr val="24321C"/>
                </a:solidFill>
                <a:latin typeface="Noto Serif SC" pitchFamily="34" charset="0"/>
                <a:ea typeface="Noto Serif SC" pitchFamily="34" charset="-122"/>
                <a:cs typeface="Noto Serif SC" pitchFamily="34" charset="-120"/>
              </a:rPr>
              <a:t>现在我喜欢吃了。</a:t>
            </a:r>
            <a:endParaRPr lang="en-US" sz="3600" dirty="0"/>
          </a:p>
        </p:txBody>
      </p:sp>
      <p:sp>
        <p:nvSpPr>
          <p:cNvPr id="12" name="Text 10"/>
          <p:cNvSpPr/>
          <p:nvPr/>
        </p:nvSpPr>
        <p:spPr>
          <a:xfrm>
            <a:off x="838200" y="4520208"/>
            <a:ext cx="16611600" cy="1157288"/>
          </a:xfrm>
          <a:prstGeom prst="roundRect">
            <a:avLst>
              <a:gd name="adj" fmla="val 9877"/>
            </a:avLst>
          </a:prstGeom>
          <a:solidFill>
            <a:srgbClr val="B96A12">
              <a:alpha val="14000"/>
            </a:srgbClr>
          </a:solidFill>
          <a:ln w="19050">
            <a:solidFill>
              <a:srgbClr val="B96A12"/>
            </a:solidFill>
          </a:ln>
        </p:spPr>
        <p:txBody>
          <a:bodyPr wrap="square" rtlCol="0" anchor="ctr"/>
          <a:lstStyle/>
          <a:p>
            <a:pPr indent="0" marL="0">
              <a:buNone/>
            </a:pPr>
            <a:endParaRPr lang="en-US" dirty="0"/>
          </a:p>
        </p:txBody>
      </p:sp>
      <p:sp>
        <p:nvSpPr>
          <p:cNvPr id="13" name="Text 11"/>
          <p:cNvSpPr/>
          <p:nvPr/>
        </p:nvSpPr>
        <p:spPr>
          <a:xfrm>
            <a:off x="1123950" y="4748808"/>
            <a:ext cx="7482908" cy="285750"/>
          </a:xfrm>
          <a:prstGeom prst="rect">
            <a:avLst/>
          </a:prstGeom>
          <a:noFill/>
          <a:ln/>
        </p:spPr>
        <p:txBody>
          <a:bodyPr wrap="square" lIns="0" tIns="0" rIns="0" bIns="0" rtlCol="0" anchor="t"/>
          <a:lstStyle/>
          <a:p>
            <a:pPr algn="l" indent="0" marL="0">
              <a:buNone/>
            </a:pPr>
            <a:r>
              <a:rPr lang="en-US" sz="1650" b="1" dirty="0">
                <a:solidFill>
                  <a:srgbClr val="B96A12"/>
                </a:solidFill>
                <a:latin typeface="Noto Sans" pitchFamily="34" charset="0"/>
                <a:ea typeface="Noto Sans" pitchFamily="34" charset="-122"/>
                <a:cs typeface="Noto Sans" pitchFamily="34" charset="-120"/>
              </a:rPr>
              <a:t>但是 = 可是</a:t>
            </a:r>
            <a:endParaRPr lang="en-US" sz="1650" dirty="0"/>
          </a:p>
        </p:txBody>
      </p:sp>
      <p:sp>
        <p:nvSpPr>
          <p:cNvPr id="14" name="Text 12"/>
          <p:cNvSpPr/>
          <p:nvPr/>
        </p:nvSpPr>
        <p:spPr>
          <a:xfrm>
            <a:off x="1123950" y="5034558"/>
            <a:ext cx="7482908" cy="414338"/>
          </a:xfrm>
          <a:prstGeom prst="rect">
            <a:avLst/>
          </a:prstGeom>
          <a:noFill/>
          <a:ln/>
        </p:spPr>
        <p:txBody>
          <a:bodyPr wrap="square" lIns="0" tIns="0" rIns="0" bIns="0" rtlCol="0" anchor="t"/>
          <a:lstStyle/>
          <a:p>
            <a:pPr algn="l" indent="0" marL="0">
              <a:lnSpc>
                <a:spcPts val="3263"/>
              </a:lnSpc>
              <a:buNone/>
            </a:pPr>
            <a:r>
              <a:rPr lang="en-US" sz="2250" dirty="0">
                <a:solidFill>
                  <a:srgbClr val="24321C"/>
                </a:solidFill>
                <a:latin typeface="Noto Sans" pitchFamily="34" charset="0"/>
                <a:ea typeface="Noto Sans" pitchFamily="34" charset="-122"/>
                <a:cs typeface="Noto Sans" pitchFamily="34" charset="-120"/>
              </a:rPr>
              <a:t>Same job, different word. The test will use either one.</a:t>
            </a:r>
            <a:endParaRPr lang="en-US" sz="2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8288000" cy="8096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804862"/>
            <a:ext cx="18288000" cy="0"/>
          </a:xfrm>
          <a:prstGeom prst="line">
            <a:avLst/>
          </a:prstGeom>
          <a:noFill/>
          <a:ln w="9525">
            <a:solidFill>
              <a:srgbClr val="E1DBC0"/>
            </a:solidFill>
            <a:prstDash val="solid"/>
          </a:ln>
        </p:spPr>
      </p:sp>
      <p:sp>
        <p:nvSpPr>
          <p:cNvPr id="4" name="Text 2"/>
          <p:cNvSpPr/>
          <p:nvPr/>
        </p:nvSpPr>
        <p:spPr>
          <a:xfrm>
            <a:off x="762000" y="0"/>
            <a:ext cx="16764000" cy="47625"/>
          </a:xfrm>
          <a:prstGeom prst="rect">
            <a:avLst/>
          </a:prstGeom>
          <a:solidFill>
            <a:srgbClr val="4C7A2C"/>
          </a:solidFill>
          <a:ln/>
        </p:spPr>
        <p:txBody>
          <a:bodyPr wrap="square" rtlCol="0" anchor="ctr"/>
          <a:lstStyle/>
          <a:p>
            <a:pPr indent="0" marL="0">
              <a:buNone/>
            </a:pPr>
            <a:endParaRPr lang="en-US" dirty="0"/>
          </a:p>
        </p:txBody>
      </p:sp>
      <p:sp>
        <p:nvSpPr>
          <p:cNvPr id="5" name="Text 3"/>
          <p:cNvSpPr/>
          <p:nvPr/>
        </p:nvSpPr>
        <p:spPr>
          <a:xfrm>
            <a:off x="838200" y="1181100"/>
            <a:ext cx="16943832" cy="314325"/>
          </a:xfrm>
          <a:prstGeom prst="rect">
            <a:avLst/>
          </a:prstGeom>
          <a:noFill/>
          <a:ln/>
        </p:spPr>
        <p:txBody>
          <a:bodyPr wrap="square" lIns="0" tIns="0" rIns="0" bIns="0" rtlCol="0" anchor="t"/>
          <a:lstStyle/>
          <a:p>
            <a:pPr algn="l" indent="0" marL="0">
              <a:spcAft>
                <a:spcPts val="1350"/>
              </a:spcAft>
              <a:buNone/>
            </a:pPr>
            <a:r>
              <a:rPr lang="en-US" sz="1800" b="1" dirty="0">
                <a:solidFill>
                  <a:srgbClr val="4C7A2C"/>
                </a:solidFill>
                <a:latin typeface="Noto Sans" pitchFamily="34" charset="0"/>
                <a:ea typeface="Noto Sans" pitchFamily="34" charset="-122"/>
                <a:cs typeface="Noto Sans" pitchFamily="34" charset="-120"/>
              </a:rPr>
              <a:t>对还是错？ · TRUE OR FALSE — ON YOUR WHITEBOARDS</a:t>
            </a:r>
            <a:endParaRPr lang="en-US" sz="1800" dirty="0"/>
          </a:p>
        </p:txBody>
      </p:sp>
      <p:sp>
        <p:nvSpPr>
          <p:cNvPr id="6" name="Text 4"/>
          <p:cNvSpPr/>
          <p:nvPr/>
        </p:nvSpPr>
        <p:spPr>
          <a:xfrm>
            <a:off x="838200" y="1666875"/>
            <a:ext cx="419100" cy="419100"/>
          </a:xfrm>
          <a:prstGeom prst="roundRect">
            <a:avLst>
              <a:gd name="adj" fmla="val 2270455"/>
            </a:avLst>
          </a:prstGeom>
          <a:solidFill>
            <a:srgbClr val="4C7A2C"/>
          </a:solidFill>
          <a:ln/>
        </p:spPr>
        <p:txBody>
          <a:bodyPr wrap="square" rtlCol="0" anchor="ctr"/>
          <a:lstStyle/>
          <a:p>
            <a:pPr indent="0" marL="0">
              <a:buNone/>
            </a:pPr>
            <a:endParaRPr lang="en-US" dirty="0"/>
          </a:p>
        </p:txBody>
      </p:sp>
      <p:sp>
        <p:nvSpPr>
          <p:cNvPr id="7" name="Text 5"/>
          <p:cNvSpPr/>
          <p:nvPr/>
        </p:nvSpPr>
        <p:spPr>
          <a:xfrm>
            <a:off x="997000" y="1719263"/>
            <a:ext cx="103531" cy="314325"/>
          </a:xfrm>
          <a:prstGeom prst="rect">
            <a:avLst/>
          </a:prstGeom>
          <a:noFill/>
          <a:ln/>
        </p:spPr>
        <p:txBody>
          <a:bodyPr wrap="square" lIns="0" tIns="0" rIns="0" bIns="0" rtlCol="0" anchor="t"/>
          <a:lstStyle/>
          <a:p>
            <a:pPr algn="l" indent="0" marL="0">
              <a:buNone/>
            </a:pPr>
            <a:r>
              <a:rPr lang="en-US" sz="1800" b="1" dirty="0">
                <a:solidFill>
                  <a:srgbClr val="FBFAF2"/>
                </a:solidFill>
                <a:latin typeface="Noto Sans" pitchFamily="34" charset="0"/>
                <a:ea typeface="Noto Sans" pitchFamily="34" charset="-122"/>
                <a:cs typeface="Noto Sans" pitchFamily="34" charset="-120"/>
              </a:rPr>
              <a:t>1</a:t>
            </a:r>
            <a:endParaRPr lang="en-US" sz="1800" dirty="0"/>
          </a:p>
        </p:txBody>
      </p:sp>
      <p:sp>
        <p:nvSpPr>
          <p:cNvPr id="8" name="Text 6"/>
          <p:cNvSpPr/>
          <p:nvPr/>
        </p:nvSpPr>
        <p:spPr>
          <a:xfrm>
            <a:off x="1466850" y="1666875"/>
            <a:ext cx="3660618" cy="420588"/>
          </a:xfrm>
          <a:prstGeom prst="rect">
            <a:avLst/>
          </a:prstGeom>
          <a:noFill/>
          <a:ln/>
        </p:spPr>
        <p:txBody>
          <a:bodyPr wrap="square" lIns="0" tIns="0" rIns="0" bIns="0" rtlCol="0" anchor="t"/>
          <a:lstStyle/>
          <a:p>
            <a:pPr algn="l" indent="0" marL="0">
              <a:lnSpc>
                <a:spcPts val="3312"/>
              </a:lnSpc>
              <a:buNone/>
            </a:pPr>
            <a:r>
              <a:rPr lang="en-US" sz="2400" dirty="0">
                <a:solidFill>
                  <a:srgbClr val="24321C"/>
                </a:solidFill>
                <a:latin typeface="Noto Sans" pitchFamily="34" charset="0"/>
                <a:ea typeface="Noto Sans" pitchFamily="34" charset="-122"/>
                <a:cs typeface="Noto Sans" pitchFamily="34" charset="-120"/>
              </a:rPr>
              <a:t>天喜家里妈妈做饭。 → </a:t>
            </a:r>
            <a:r>
              <a:rPr lang="en-US" sz="2400" b="1" dirty="0">
                <a:solidFill>
                  <a:srgbClr val="24321C"/>
                </a:solidFill>
                <a:latin typeface="Noto Sans" pitchFamily="34" charset="0"/>
                <a:ea typeface="Noto Sans" pitchFamily="34" charset="-122"/>
                <a:cs typeface="Noto Sans" pitchFamily="34" charset="-120"/>
              </a:rPr>
              <a:t>对</a:t>
            </a:r>
            <a:endParaRPr lang="en-US" sz="2400" dirty="0"/>
          </a:p>
        </p:txBody>
      </p:sp>
      <p:sp>
        <p:nvSpPr>
          <p:cNvPr id="9" name="Text 7"/>
          <p:cNvSpPr/>
          <p:nvPr/>
        </p:nvSpPr>
        <p:spPr>
          <a:xfrm>
            <a:off x="838200" y="2211288"/>
            <a:ext cx="419100" cy="419100"/>
          </a:xfrm>
          <a:prstGeom prst="roundRect">
            <a:avLst>
              <a:gd name="adj" fmla="val 2270455"/>
            </a:avLst>
          </a:prstGeom>
          <a:solidFill>
            <a:srgbClr val="4C7A2C"/>
          </a:solidFill>
          <a:ln/>
        </p:spPr>
        <p:txBody>
          <a:bodyPr wrap="square" rtlCol="0" anchor="ctr"/>
          <a:lstStyle/>
          <a:p>
            <a:pPr indent="0" marL="0">
              <a:buNone/>
            </a:pPr>
            <a:endParaRPr lang="en-US" dirty="0"/>
          </a:p>
        </p:txBody>
      </p:sp>
      <p:sp>
        <p:nvSpPr>
          <p:cNvPr id="10" name="Text 8"/>
          <p:cNvSpPr/>
          <p:nvPr/>
        </p:nvSpPr>
        <p:spPr>
          <a:xfrm>
            <a:off x="976164" y="2263676"/>
            <a:ext cx="146036" cy="314325"/>
          </a:xfrm>
          <a:prstGeom prst="rect">
            <a:avLst/>
          </a:prstGeom>
          <a:noFill/>
          <a:ln/>
        </p:spPr>
        <p:txBody>
          <a:bodyPr wrap="square" lIns="0" tIns="0" rIns="0" bIns="0" rtlCol="0" anchor="t"/>
          <a:lstStyle/>
          <a:p>
            <a:pPr algn="l" indent="0" marL="0">
              <a:buNone/>
            </a:pPr>
            <a:r>
              <a:rPr lang="en-US" sz="1800" b="1" dirty="0">
                <a:solidFill>
                  <a:srgbClr val="FBFAF2"/>
                </a:solidFill>
                <a:latin typeface="Noto Sans" pitchFamily="34" charset="0"/>
                <a:ea typeface="Noto Sans" pitchFamily="34" charset="-122"/>
                <a:cs typeface="Noto Sans" pitchFamily="34" charset="-120"/>
              </a:rPr>
              <a:t>2</a:t>
            </a:r>
            <a:endParaRPr lang="en-US" sz="1800" dirty="0"/>
          </a:p>
        </p:txBody>
      </p:sp>
      <p:sp>
        <p:nvSpPr>
          <p:cNvPr id="11" name="Text 9"/>
          <p:cNvSpPr/>
          <p:nvPr/>
        </p:nvSpPr>
        <p:spPr>
          <a:xfrm>
            <a:off x="1466850" y="2211288"/>
            <a:ext cx="10305413" cy="420588"/>
          </a:xfrm>
          <a:prstGeom prst="rect">
            <a:avLst/>
          </a:prstGeom>
          <a:noFill/>
          <a:ln/>
        </p:spPr>
        <p:txBody>
          <a:bodyPr wrap="square" lIns="0" tIns="0" rIns="0" bIns="0" rtlCol="0" anchor="t"/>
          <a:lstStyle/>
          <a:p>
            <a:pPr algn="l" indent="0" marL="0">
              <a:lnSpc>
                <a:spcPts val="3312"/>
              </a:lnSpc>
              <a:buNone/>
            </a:pPr>
            <a:r>
              <a:rPr lang="en-US" sz="2400" dirty="0">
                <a:solidFill>
                  <a:srgbClr val="24321C"/>
                </a:solidFill>
                <a:latin typeface="Noto Sans" pitchFamily="34" charset="0"/>
                <a:ea typeface="Noto Sans" pitchFamily="34" charset="-122"/>
                <a:cs typeface="Noto Sans" pitchFamily="34" charset="-120"/>
              </a:rPr>
              <a:t>他妈妈每天做西餐，她不会做中餐。 → </a:t>
            </a:r>
            <a:r>
              <a:rPr lang="en-US" sz="2400" b="1" dirty="0">
                <a:solidFill>
                  <a:srgbClr val="24321C"/>
                </a:solidFill>
                <a:latin typeface="Noto Sans" pitchFamily="34" charset="0"/>
                <a:ea typeface="Noto Sans" pitchFamily="34" charset="-122"/>
                <a:cs typeface="Noto Sans" pitchFamily="34" charset="-120"/>
              </a:rPr>
              <a:t>错</a:t>
            </a:r>
            <a:r>
              <a:rPr lang="en-US" sz="2400" dirty="0">
                <a:solidFill>
                  <a:srgbClr val="24321C"/>
                </a:solidFill>
                <a:latin typeface="Noto Sans" pitchFamily="34" charset="0"/>
                <a:ea typeface="Noto Sans" pitchFamily="34" charset="-122"/>
                <a:cs typeface="Noto Sans" pitchFamily="34" charset="-120"/>
              </a:rPr>
              <a:t> · 有时候做西餐，有时候做中餐</a:t>
            </a:r>
            <a:endParaRPr lang="en-US" sz="2400" dirty="0"/>
          </a:p>
        </p:txBody>
      </p:sp>
      <p:sp>
        <p:nvSpPr>
          <p:cNvPr id="12" name="Text 10"/>
          <p:cNvSpPr/>
          <p:nvPr/>
        </p:nvSpPr>
        <p:spPr>
          <a:xfrm>
            <a:off x="838200" y="2755702"/>
            <a:ext cx="419100" cy="419100"/>
          </a:xfrm>
          <a:prstGeom prst="roundRect">
            <a:avLst>
              <a:gd name="adj" fmla="val 2270455"/>
            </a:avLst>
          </a:prstGeom>
          <a:solidFill>
            <a:srgbClr val="4C7A2C"/>
          </a:solidFill>
          <a:ln/>
        </p:spPr>
        <p:txBody>
          <a:bodyPr wrap="square" rtlCol="0" anchor="ctr"/>
          <a:lstStyle/>
          <a:p>
            <a:pPr indent="0" marL="0">
              <a:buNone/>
            </a:pPr>
            <a:endParaRPr lang="en-US" dirty="0"/>
          </a:p>
        </p:txBody>
      </p:sp>
      <p:sp>
        <p:nvSpPr>
          <p:cNvPr id="13" name="Text 11"/>
          <p:cNvSpPr/>
          <p:nvPr/>
        </p:nvSpPr>
        <p:spPr>
          <a:xfrm>
            <a:off x="975568" y="2808089"/>
            <a:ext cx="147251" cy="314325"/>
          </a:xfrm>
          <a:prstGeom prst="rect">
            <a:avLst/>
          </a:prstGeom>
          <a:noFill/>
          <a:ln/>
        </p:spPr>
        <p:txBody>
          <a:bodyPr wrap="square" lIns="0" tIns="0" rIns="0" bIns="0" rtlCol="0" anchor="t"/>
          <a:lstStyle/>
          <a:p>
            <a:pPr algn="l" indent="0" marL="0">
              <a:buNone/>
            </a:pPr>
            <a:r>
              <a:rPr lang="en-US" sz="1800" b="1" dirty="0">
                <a:solidFill>
                  <a:srgbClr val="FBFAF2"/>
                </a:solidFill>
                <a:latin typeface="Noto Sans" pitchFamily="34" charset="0"/>
                <a:ea typeface="Noto Sans" pitchFamily="34" charset="-122"/>
                <a:cs typeface="Noto Sans" pitchFamily="34" charset="-120"/>
              </a:rPr>
              <a:t>3</a:t>
            </a:r>
            <a:endParaRPr lang="en-US" sz="1800" dirty="0"/>
          </a:p>
        </p:txBody>
      </p:sp>
      <p:sp>
        <p:nvSpPr>
          <p:cNvPr id="14" name="Text 12"/>
          <p:cNvSpPr/>
          <p:nvPr/>
        </p:nvSpPr>
        <p:spPr>
          <a:xfrm>
            <a:off x="1466850" y="2755702"/>
            <a:ext cx="8423339" cy="420588"/>
          </a:xfrm>
          <a:prstGeom prst="rect">
            <a:avLst/>
          </a:prstGeom>
          <a:noFill/>
          <a:ln/>
        </p:spPr>
        <p:txBody>
          <a:bodyPr wrap="square" lIns="0" tIns="0" rIns="0" bIns="0" rtlCol="0" anchor="t"/>
          <a:lstStyle/>
          <a:p>
            <a:pPr algn="l" indent="0" marL="0">
              <a:lnSpc>
                <a:spcPts val="3312"/>
              </a:lnSpc>
              <a:buNone/>
            </a:pPr>
            <a:r>
              <a:rPr lang="en-US" sz="2400" dirty="0">
                <a:solidFill>
                  <a:srgbClr val="24321C"/>
                </a:solidFill>
                <a:latin typeface="Noto Sans" pitchFamily="34" charset="0"/>
                <a:ea typeface="Noto Sans" pitchFamily="34" charset="-122"/>
                <a:cs typeface="Noto Sans" pitchFamily="34" charset="-120"/>
              </a:rPr>
              <a:t>她在花园里种了黄瓜和菜花儿。 → </a:t>
            </a:r>
            <a:r>
              <a:rPr lang="en-US" sz="2400" b="1" dirty="0">
                <a:solidFill>
                  <a:srgbClr val="24321C"/>
                </a:solidFill>
                <a:latin typeface="Noto Sans" pitchFamily="34" charset="0"/>
                <a:ea typeface="Noto Sans" pitchFamily="34" charset="-122"/>
                <a:cs typeface="Noto Sans" pitchFamily="34" charset="-120"/>
              </a:rPr>
              <a:t>错</a:t>
            </a:r>
            <a:r>
              <a:rPr lang="en-US" sz="2400" dirty="0">
                <a:solidFill>
                  <a:srgbClr val="24321C"/>
                </a:solidFill>
                <a:latin typeface="Noto Sans" pitchFamily="34" charset="0"/>
                <a:ea typeface="Noto Sans" pitchFamily="34" charset="-122"/>
                <a:cs typeface="Noto Sans" pitchFamily="34" charset="-120"/>
              </a:rPr>
              <a:t> · 黄瓜、土豆和西红柿</a:t>
            </a:r>
            <a:endParaRPr lang="en-US" sz="2400" dirty="0"/>
          </a:p>
        </p:txBody>
      </p:sp>
      <p:sp>
        <p:nvSpPr>
          <p:cNvPr id="15" name="Text 13"/>
          <p:cNvSpPr/>
          <p:nvPr/>
        </p:nvSpPr>
        <p:spPr>
          <a:xfrm>
            <a:off x="838200" y="3300115"/>
            <a:ext cx="419100" cy="419100"/>
          </a:xfrm>
          <a:prstGeom prst="roundRect">
            <a:avLst>
              <a:gd name="adj" fmla="val 2270455"/>
            </a:avLst>
          </a:prstGeom>
          <a:solidFill>
            <a:srgbClr val="4C7A2C"/>
          </a:solidFill>
          <a:ln/>
        </p:spPr>
        <p:txBody>
          <a:bodyPr wrap="square" rtlCol="0" anchor="ctr"/>
          <a:lstStyle/>
          <a:p>
            <a:pPr indent="0" marL="0">
              <a:buNone/>
            </a:pPr>
            <a:endParaRPr lang="en-US" dirty="0"/>
          </a:p>
        </p:txBody>
      </p:sp>
      <p:sp>
        <p:nvSpPr>
          <p:cNvPr id="16" name="Text 14"/>
          <p:cNvSpPr/>
          <p:nvPr/>
        </p:nvSpPr>
        <p:spPr>
          <a:xfrm>
            <a:off x="974824" y="3352502"/>
            <a:ext cx="148769" cy="314325"/>
          </a:xfrm>
          <a:prstGeom prst="rect">
            <a:avLst/>
          </a:prstGeom>
          <a:noFill/>
          <a:ln/>
        </p:spPr>
        <p:txBody>
          <a:bodyPr wrap="square" lIns="0" tIns="0" rIns="0" bIns="0" rtlCol="0" anchor="t"/>
          <a:lstStyle/>
          <a:p>
            <a:pPr algn="l" indent="0" marL="0">
              <a:buNone/>
            </a:pPr>
            <a:r>
              <a:rPr lang="en-US" sz="1800" b="1" dirty="0">
                <a:solidFill>
                  <a:srgbClr val="FBFAF2"/>
                </a:solidFill>
                <a:latin typeface="Noto Sans" pitchFamily="34" charset="0"/>
                <a:ea typeface="Noto Sans" pitchFamily="34" charset="-122"/>
                <a:cs typeface="Noto Sans" pitchFamily="34" charset="-120"/>
              </a:rPr>
              <a:t>4</a:t>
            </a:r>
            <a:endParaRPr lang="en-US" sz="1800" dirty="0"/>
          </a:p>
        </p:txBody>
      </p:sp>
      <p:sp>
        <p:nvSpPr>
          <p:cNvPr id="17" name="Text 15"/>
          <p:cNvSpPr/>
          <p:nvPr/>
        </p:nvSpPr>
        <p:spPr>
          <a:xfrm>
            <a:off x="1466850" y="3300115"/>
            <a:ext cx="7168673" cy="420588"/>
          </a:xfrm>
          <a:prstGeom prst="rect">
            <a:avLst/>
          </a:prstGeom>
          <a:noFill/>
          <a:ln/>
        </p:spPr>
        <p:txBody>
          <a:bodyPr wrap="square" lIns="0" tIns="0" rIns="0" bIns="0" rtlCol="0" anchor="t"/>
          <a:lstStyle/>
          <a:p>
            <a:pPr algn="l" indent="0" marL="0">
              <a:lnSpc>
                <a:spcPts val="3312"/>
              </a:lnSpc>
              <a:buNone/>
            </a:pPr>
            <a:r>
              <a:rPr lang="en-US" sz="2400" dirty="0">
                <a:solidFill>
                  <a:srgbClr val="24321C"/>
                </a:solidFill>
                <a:latin typeface="Noto Sans" pitchFamily="34" charset="0"/>
                <a:ea typeface="Noto Sans" pitchFamily="34" charset="-122"/>
                <a:cs typeface="Noto Sans" pitchFamily="34" charset="-120"/>
              </a:rPr>
              <a:t>我现在还是不喜欢吃蔬菜。 → </a:t>
            </a:r>
            <a:r>
              <a:rPr lang="en-US" sz="2400" b="1" dirty="0">
                <a:solidFill>
                  <a:srgbClr val="24321C"/>
                </a:solidFill>
                <a:latin typeface="Noto Sans" pitchFamily="34" charset="0"/>
                <a:ea typeface="Noto Sans" pitchFamily="34" charset="-122"/>
                <a:cs typeface="Noto Sans" pitchFamily="34" charset="-120"/>
              </a:rPr>
              <a:t>错</a:t>
            </a:r>
            <a:r>
              <a:rPr lang="en-US" sz="2400" dirty="0">
                <a:solidFill>
                  <a:srgbClr val="24321C"/>
                </a:solidFill>
                <a:latin typeface="Noto Sans" pitchFamily="34" charset="0"/>
                <a:ea typeface="Noto Sans" pitchFamily="34" charset="-122"/>
                <a:cs typeface="Noto Sans" pitchFamily="34" charset="-120"/>
              </a:rPr>
              <a:t> · 现在我喜欢吃了</a:t>
            </a:r>
            <a:endParaRPr lang="en-US" sz="2400" dirty="0"/>
          </a:p>
        </p:txBody>
      </p:sp>
      <p:sp>
        <p:nvSpPr>
          <p:cNvPr id="18" name="Text 16"/>
          <p:cNvSpPr/>
          <p:nvPr/>
        </p:nvSpPr>
        <p:spPr>
          <a:xfrm>
            <a:off x="838200" y="3720703"/>
            <a:ext cx="16611600" cy="1571625"/>
          </a:xfrm>
          <a:prstGeom prst="roundRect">
            <a:avLst>
              <a:gd name="adj" fmla="val 7273"/>
            </a:avLst>
          </a:prstGeom>
          <a:solidFill>
            <a:srgbClr val="4C7A2C">
              <a:alpha val="12000"/>
            </a:srgbClr>
          </a:solidFill>
          <a:ln w="19050">
            <a:solidFill>
              <a:srgbClr val="4C7A2C"/>
            </a:solidFill>
          </a:ln>
        </p:spPr>
        <p:txBody>
          <a:bodyPr wrap="square" rtlCol="0" anchor="ctr"/>
          <a:lstStyle/>
          <a:p>
            <a:pPr indent="0" marL="0">
              <a:buNone/>
            </a:pPr>
            <a:endParaRPr lang="en-US" dirty="0"/>
          </a:p>
        </p:txBody>
      </p:sp>
      <p:sp>
        <p:nvSpPr>
          <p:cNvPr id="19" name="Text 17"/>
          <p:cNvSpPr/>
          <p:nvPr/>
        </p:nvSpPr>
        <p:spPr>
          <a:xfrm>
            <a:off x="1123950" y="3949303"/>
            <a:ext cx="16360902" cy="285750"/>
          </a:xfrm>
          <a:prstGeom prst="rect">
            <a:avLst/>
          </a:prstGeom>
          <a:noFill/>
          <a:ln/>
        </p:spPr>
        <p:txBody>
          <a:bodyPr wrap="square" lIns="0" tIns="0" rIns="0" bIns="0" rtlCol="0" anchor="t"/>
          <a:lstStyle/>
          <a:p>
            <a:pPr algn="l" indent="0" marL="0">
              <a:buNone/>
            </a:pPr>
            <a:r>
              <a:rPr lang="en-US" sz="1650" b="1" dirty="0">
                <a:solidFill>
                  <a:srgbClr val="4C7A2C"/>
                </a:solidFill>
                <a:latin typeface="Noto Sans" pitchFamily="34" charset="0"/>
                <a:ea typeface="Noto Sans" pitchFamily="34" charset="-122"/>
                <a:cs typeface="Noto Sans" pitchFamily="34" charset="-120"/>
              </a:rPr>
              <a:t>CONNECTION · 今天</a:t>
            </a:r>
            <a:endParaRPr lang="en-US" sz="1650" dirty="0"/>
          </a:p>
        </p:txBody>
      </p:sp>
      <p:sp>
        <p:nvSpPr>
          <p:cNvPr id="20" name="Text 18"/>
          <p:cNvSpPr/>
          <p:nvPr/>
        </p:nvSpPr>
        <p:spPr>
          <a:xfrm>
            <a:off x="1123950" y="4235053"/>
            <a:ext cx="16360902" cy="828675"/>
          </a:xfrm>
          <a:prstGeom prst="rect">
            <a:avLst/>
          </a:prstGeom>
          <a:noFill/>
          <a:ln/>
        </p:spPr>
        <p:txBody>
          <a:bodyPr wrap="square" lIns="0" tIns="0" rIns="0" bIns="0" rtlCol="0" anchor="t"/>
          <a:lstStyle/>
          <a:p>
            <a:pPr algn="l" indent="0" marL="0">
              <a:lnSpc>
                <a:spcPts val="3263"/>
              </a:lnSpc>
              <a:buNone/>
            </a:pPr>
            <a:r>
              <a:rPr lang="en-US" sz="2250" dirty="0">
                <a:solidFill>
                  <a:srgbClr val="24321C"/>
                </a:solidFill>
                <a:latin typeface="Noto Sans" pitchFamily="34" charset="0"/>
                <a:ea typeface="Noto Sans" pitchFamily="34" charset="-122"/>
                <a:cs typeface="Noto Sans" pitchFamily="34" charset="-120"/>
              </a:rPr>
              <a:t>Three lessons on vegetables. Same sentences, new food — today it is fruit 水果, and a word that lets you say you like </a:t>
            </a:r>
            <a:r>
              <a:rPr lang="en-US" sz="2250" b="1" dirty="0">
                <a:solidFill>
                  <a:srgbClr val="24321C"/>
                </a:solidFill>
                <a:latin typeface="Noto Sans" pitchFamily="34" charset="0"/>
                <a:ea typeface="Noto Sans" pitchFamily="34" charset="-122"/>
                <a:cs typeface="Noto Sans" pitchFamily="34" charset="-120"/>
              </a:rPr>
              <a:t>all</a:t>
            </a:r>
            <a:r>
              <a:rPr lang="en-US" sz="2250" dirty="0">
                <a:solidFill>
                  <a:srgbClr val="24321C"/>
                </a:solidFill>
                <a:latin typeface="Noto Sans" pitchFamily="34" charset="0"/>
                <a:ea typeface="Noto Sans" pitchFamily="34" charset="-122"/>
                <a:cs typeface="Noto Sans" pitchFamily="34" charset="-120"/>
              </a:rPr>
              <a:t> of something.</a:t>
            </a:r>
            <a:endParaRPr lang="en-US" sz="2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8288000" cy="8096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804862"/>
            <a:ext cx="18288000" cy="0"/>
          </a:xfrm>
          <a:prstGeom prst="line">
            <a:avLst/>
          </a:prstGeom>
          <a:noFill/>
          <a:ln w="9525">
            <a:solidFill>
              <a:srgbClr val="E1DBC0"/>
            </a:solidFill>
            <a:prstDash val="solid"/>
          </a:ln>
        </p:spPr>
      </p:sp>
      <p:sp>
        <p:nvSpPr>
          <p:cNvPr id="4" name="Text 2"/>
          <p:cNvSpPr/>
          <p:nvPr/>
        </p:nvSpPr>
        <p:spPr>
          <a:xfrm>
            <a:off x="762000" y="0"/>
            <a:ext cx="16764000" cy="47625"/>
          </a:xfrm>
          <a:prstGeom prst="rect">
            <a:avLst/>
          </a:prstGeom>
          <a:solidFill>
            <a:srgbClr val="4C7A2C"/>
          </a:solidFill>
          <a:ln/>
        </p:spPr>
        <p:txBody>
          <a:bodyPr wrap="square" rtlCol="0" anchor="ctr"/>
          <a:lstStyle/>
          <a:p>
            <a:pPr indent="0" marL="0">
              <a:buNone/>
            </a:pPr>
            <a:endParaRPr lang="en-US" dirty="0"/>
          </a:p>
        </p:txBody>
      </p:sp>
      <p:sp>
        <p:nvSpPr>
          <p:cNvPr id="5" name="Text 3"/>
          <p:cNvSpPr/>
          <p:nvPr/>
        </p:nvSpPr>
        <p:spPr>
          <a:xfrm>
            <a:off x="838200" y="1757363"/>
            <a:ext cx="16943832" cy="314325"/>
          </a:xfrm>
          <a:prstGeom prst="rect">
            <a:avLst/>
          </a:prstGeom>
          <a:noFill/>
          <a:ln/>
        </p:spPr>
        <p:txBody>
          <a:bodyPr wrap="square" lIns="0" tIns="0" rIns="0" bIns="0" rtlCol="0" anchor="t"/>
          <a:lstStyle/>
          <a:p>
            <a:pPr algn="l" indent="0" marL="0">
              <a:spcAft>
                <a:spcPts val="900"/>
              </a:spcAft>
              <a:buNone/>
            </a:pPr>
            <a:r>
              <a:rPr lang="en-US" sz="1800" b="1" dirty="0">
                <a:solidFill>
                  <a:srgbClr val="4C7A2C"/>
                </a:solidFill>
                <a:latin typeface="Noto Sans" pitchFamily="34" charset="0"/>
                <a:ea typeface="Noto Sans" pitchFamily="34" charset="-122"/>
                <a:cs typeface="Noto Sans" pitchFamily="34" charset="-120"/>
              </a:rPr>
              <a:t>LEARNING INTENTION · 学习目标</a:t>
            </a:r>
            <a:endParaRPr lang="en-US" sz="1800" dirty="0"/>
          </a:p>
        </p:txBody>
      </p:sp>
      <p:sp>
        <p:nvSpPr>
          <p:cNvPr id="6" name="Text 4"/>
          <p:cNvSpPr/>
          <p:nvPr/>
        </p:nvSpPr>
        <p:spPr>
          <a:xfrm>
            <a:off x="838200" y="2185988"/>
            <a:ext cx="16611600" cy="1581150"/>
          </a:xfrm>
          <a:prstGeom prst="roundRect">
            <a:avLst>
              <a:gd name="adj" fmla="val 12048"/>
            </a:avLst>
          </a:prstGeom>
          <a:solidFill>
            <a:srgbClr val="E8E2C8"/>
          </a:solidFill>
          <a:ln w="28575">
            <a:solidFill>
              <a:srgbClr val="B93F2C"/>
            </a:solidFill>
          </a:ln>
        </p:spPr>
        <p:txBody>
          <a:bodyPr wrap="square" rtlCol="0" anchor="ctr"/>
          <a:lstStyle/>
          <a:p>
            <a:pPr indent="0" marL="0">
              <a:buNone/>
            </a:pPr>
            <a:endParaRPr lang="en-US" dirty="0"/>
          </a:p>
        </p:txBody>
      </p:sp>
      <p:sp>
        <p:nvSpPr>
          <p:cNvPr id="7" name="Text 5"/>
          <p:cNvSpPr/>
          <p:nvPr/>
        </p:nvSpPr>
        <p:spPr>
          <a:xfrm>
            <a:off x="1190625" y="2424113"/>
            <a:ext cx="16224885" cy="1104900"/>
          </a:xfrm>
          <a:prstGeom prst="rect">
            <a:avLst/>
          </a:prstGeom>
          <a:noFill/>
          <a:ln/>
        </p:spPr>
        <p:txBody>
          <a:bodyPr wrap="square" lIns="0" tIns="0" rIns="0" bIns="0" rtlCol="0" anchor="t"/>
          <a:lstStyle/>
          <a:p>
            <a:pPr algn="l" indent="0" marL="0">
              <a:lnSpc>
                <a:spcPts val="4350"/>
              </a:lnSpc>
              <a:buNone/>
            </a:pPr>
            <a:r>
              <a:rPr lang="en-US" sz="3750" b="1" dirty="0">
                <a:solidFill>
                  <a:srgbClr val="24321C"/>
                </a:solidFill>
                <a:latin typeface="Noto Serif SC" pitchFamily="34" charset="0"/>
                <a:ea typeface="Noto Serif SC" pitchFamily="34" charset="-122"/>
                <a:cs typeface="Noto Serif SC" pitchFamily="34" charset="-120"/>
              </a:rPr>
              <a:t>We are learning to name fruits in Chinese and to say we like a whole group of things using 都.</a:t>
            </a:r>
            <a:endParaRPr lang="en-US" sz="3750" dirty="0"/>
          </a:p>
        </p:txBody>
      </p:sp>
      <p:sp>
        <p:nvSpPr>
          <p:cNvPr id="8" name="Text 6"/>
          <p:cNvSpPr/>
          <p:nvPr/>
        </p:nvSpPr>
        <p:spPr>
          <a:xfrm>
            <a:off x="838200" y="3957638"/>
            <a:ext cx="16943832" cy="314325"/>
          </a:xfrm>
          <a:prstGeom prst="rect">
            <a:avLst/>
          </a:prstGeom>
          <a:noFill/>
          <a:ln/>
        </p:spPr>
        <p:txBody>
          <a:bodyPr wrap="square" lIns="0" tIns="0" rIns="0" bIns="0" rtlCol="0" anchor="t"/>
          <a:lstStyle/>
          <a:p>
            <a:pPr algn="l" indent="0" marL="0">
              <a:spcBef>
                <a:spcPts val="1500"/>
              </a:spcBef>
              <a:spcAft>
                <a:spcPts val="900"/>
              </a:spcAft>
              <a:buNone/>
            </a:pPr>
            <a:r>
              <a:rPr lang="en-US" sz="1800" b="1" dirty="0">
                <a:solidFill>
                  <a:srgbClr val="4C7A2C"/>
                </a:solidFill>
                <a:latin typeface="Noto Sans" pitchFamily="34" charset="0"/>
                <a:ea typeface="Noto Sans" pitchFamily="34" charset="-122"/>
                <a:cs typeface="Noto Sans" pitchFamily="34" charset="-120"/>
              </a:rPr>
              <a:t>SUCCESS CRITERIA · 我会……</a:t>
            </a:r>
            <a:endParaRPr lang="en-US" sz="1800" dirty="0"/>
          </a:p>
        </p:txBody>
      </p:sp>
      <p:sp>
        <p:nvSpPr>
          <p:cNvPr id="9" name="Text 7"/>
          <p:cNvSpPr/>
          <p:nvPr/>
        </p:nvSpPr>
        <p:spPr>
          <a:xfrm>
            <a:off x="838200" y="4386263"/>
            <a:ext cx="16611600" cy="1123950"/>
          </a:xfrm>
          <a:prstGeom prst="roundRect">
            <a:avLst>
              <a:gd name="adj" fmla="val 10169"/>
            </a:avLst>
          </a:prstGeom>
          <a:solidFill>
            <a:srgbClr val="F2EFDE"/>
          </a:solidFill>
          <a:ln w="9525">
            <a:solidFill>
              <a:srgbClr val="E1DBC0"/>
            </a:solidFill>
          </a:ln>
        </p:spPr>
        <p:txBody>
          <a:bodyPr wrap="square" rtlCol="0" anchor="ctr"/>
          <a:lstStyle/>
          <a:p>
            <a:pPr indent="0" marL="0">
              <a:buNone/>
            </a:pPr>
            <a:endParaRPr lang="en-US" dirty="0"/>
          </a:p>
        </p:txBody>
      </p:sp>
      <p:sp>
        <p:nvSpPr>
          <p:cNvPr id="10" name="Text 8"/>
          <p:cNvSpPr/>
          <p:nvPr/>
        </p:nvSpPr>
        <p:spPr>
          <a:xfrm>
            <a:off x="1095375" y="4529138"/>
            <a:ext cx="369189" cy="416123"/>
          </a:xfrm>
          <a:prstGeom prst="rect">
            <a:avLst/>
          </a:prstGeom>
          <a:noFill/>
          <a:ln/>
        </p:spPr>
        <p:txBody>
          <a:bodyPr wrap="square" lIns="0" tIns="0" rIns="0" bIns="0" rtlCol="0" anchor="t"/>
          <a:lstStyle/>
          <a:p>
            <a:pPr algn="l" indent="0" marL="0">
              <a:lnSpc>
                <a:spcPts val="3278"/>
              </a:lnSpc>
              <a:buNone/>
            </a:pPr>
            <a:r>
              <a:rPr lang="en-US" sz="2850" b="1" dirty="0">
                <a:solidFill>
                  <a:srgbClr val="4C7A2C"/>
                </a:solidFill>
                <a:latin typeface="Noto Serif SC" pitchFamily="34" charset="0"/>
                <a:ea typeface="Noto Serif SC" pitchFamily="34" charset="-122"/>
                <a:cs typeface="Noto Serif SC" pitchFamily="34" charset="-120"/>
              </a:rPr>
              <a:t>1</a:t>
            </a:r>
            <a:endParaRPr lang="en-US" sz="2850" dirty="0"/>
          </a:p>
        </p:txBody>
      </p:sp>
      <p:sp>
        <p:nvSpPr>
          <p:cNvPr id="11" name="Text 9"/>
          <p:cNvSpPr/>
          <p:nvPr/>
        </p:nvSpPr>
        <p:spPr>
          <a:xfrm>
            <a:off x="1685925" y="4529138"/>
            <a:ext cx="5664440" cy="371475"/>
          </a:xfrm>
          <a:prstGeom prst="rect">
            <a:avLst/>
          </a:prstGeom>
          <a:noFill/>
          <a:ln/>
        </p:spPr>
        <p:txBody>
          <a:bodyPr wrap="square" lIns="0" tIns="0" rIns="0" bIns="0" rtlCol="0" anchor="t"/>
          <a:lstStyle/>
          <a:p>
            <a:pPr algn="l" indent="0" marL="0">
              <a:lnSpc>
                <a:spcPts val="2925"/>
              </a:lnSpc>
              <a:buNone/>
            </a:pPr>
            <a:r>
              <a:rPr lang="en-US" sz="2250" dirty="0">
                <a:solidFill>
                  <a:srgbClr val="24321C"/>
                </a:solidFill>
                <a:latin typeface="Noto Sans" pitchFamily="34" charset="0"/>
                <a:ea typeface="Noto Sans" pitchFamily="34" charset="-122"/>
                <a:cs typeface="Noto Sans" pitchFamily="34" charset="-120"/>
              </a:rPr>
              <a:t>I can say and write four fruits in Chinese</a:t>
            </a:r>
            <a:endParaRPr lang="en-US" sz="2250" dirty="0"/>
          </a:p>
        </p:txBody>
      </p:sp>
      <p:sp>
        <p:nvSpPr>
          <p:cNvPr id="12" name="Text 10"/>
          <p:cNvSpPr/>
          <p:nvPr/>
        </p:nvSpPr>
        <p:spPr>
          <a:xfrm>
            <a:off x="1685925" y="4938713"/>
            <a:ext cx="5664440" cy="428625"/>
          </a:xfrm>
          <a:prstGeom prst="rect">
            <a:avLst/>
          </a:prstGeom>
          <a:noFill/>
          <a:ln/>
        </p:spPr>
        <p:txBody>
          <a:bodyPr wrap="square" lIns="0" tIns="0" rIns="0" bIns="0" rtlCol="0" anchor="t"/>
          <a:lstStyle/>
          <a:p>
            <a:pPr algn="l" indent="0" marL="0">
              <a:spcBef>
                <a:spcPts val="300"/>
              </a:spcBef>
              <a:buNone/>
            </a:pPr>
            <a:r>
              <a:rPr lang="en-US" sz="2400" b="1" dirty="0">
                <a:solidFill>
                  <a:srgbClr val="B93F2C"/>
                </a:solidFill>
                <a:latin typeface="Noto Serif SC" pitchFamily="34" charset="0"/>
                <a:ea typeface="Noto Serif SC" pitchFamily="34" charset="-122"/>
                <a:cs typeface="Noto Serif SC" pitchFamily="34" charset="-120"/>
              </a:rPr>
              <a:t>水果 · 苹果 · 香蕉 · 橘子</a:t>
            </a:r>
            <a:endParaRPr lang="en-US" sz="2400" dirty="0"/>
          </a:p>
        </p:txBody>
      </p:sp>
      <p:sp>
        <p:nvSpPr>
          <p:cNvPr id="13" name="Text 11"/>
          <p:cNvSpPr/>
          <p:nvPr/>
        </p:nvSpPr>
        <p:spPr>
          <a:xfrm>
            <a:off x="838200" y="5634038"/>
            <a:ext cx="16611600" cy="1123950"/>
          </a:xfrm>
          <a:prstGeom prst="roundRect">
            <a:avLst>
              <a:gd name="adj" fmla="val 10169"/>
            </a:avLst>
          </a:prstGeom>
          <a:solidFill>
            <a:srgbClr val="F2EFDE"/>
          </a:solidFill>
          <a:ln w="9525">
            <a:solidFill>
              <a:srgbClr val="E1DBC0"/>
            </a:solidFill>
          </a:ln>
        </p:spPr>
        <p:txBody>
          <a:bodyPr wrap="square" rtlCol="0" anchor="ctr"/>
          <a:lstStyle/>
          <a:p>
            <a:pPr indent="0" marL="0">
              <a:buNone/>
            </a:pPr>
            <a:endParaRPr lang="en-US" dirty="0"/>
          </a:p>
        </p:txBody>
      </p:sp>
      <p:sp>
        <p:nvSpPr>
          <p:cNvPr id="14" name="Text 12"/>
          <p:cNvSpPr/>
          <p:nvPr/>
        </p:nvSpPr>
        <p:spPr>
          <a:xfrm>
            <a:off x="1095375" y="5776913"/>
            <a:ext cx="369189" cy="416123"/>
          </a:xfrm>
          <a:prstGeom prst="rect">
            <a:avLst/>
          </a:prstGeom>
          <a:noFill/>
          <a:ln/>
        </p:spPr>
        <p:txBody>
          <a:bodyPr wrap="square" lIns="0" tIns="0" rIns="0" bIns="0" rtlCol="0" anchor="t"/>
          <a:lstStyle/>
          <a:p>
            <a:pPr algn="l" indent="0" marL="0">
              <a:lnSpc>
                <a:spcPts val="3278"/>
              </a:lnSpc>
              <a:buNone/>
            </a:pPr>
            <a:r>
              <a:rPr lang="en-US" sz="2850" b="1" dirty="0">
                <a:solidFill>
                  <a:srgbClr val="4C7A2C"/>
                </a:solidFill>
                <a:latin typeface="Noto Serif SC" pitchFamily="34" charset="0"/>
                <a:ea typeface="Noto Serif SC" pitchFamily="34" charset="-122"/>
                <a:cs typeface="Noto Serif SC" pitchFamily="34" charset="-120"/>
              </a:rPr>
              <a:t>2</a:t>
            </a:r>
            <a:endParaRPr lang="en-US" sz="2850" dirty="0"/>
          </a:p>
        </p:txBody>
      </p:sp>
      <p:sp>
        <p:nvSpPr>
          <p:cNvPr id="15" name="Text 13"/>
          <p:cNvSpPr/>
          <p:nvPr/>
        </p:nvSpPr>
        <p:spPr>
          <a:xfrm>
            <a:off x="1685925" y="5776913"/>
            <a:ext cx="4752701" cy="371475"/>
          </a:xfrm>
          <a:prstGeom prst="rect">
            <a:avLst/>
          </a:prstGeom>
          <a:noFill/>
          <a:ln/>
        </p:spPr>
        <p:txBody>
          <a:bodyPr wrap="square" lIns="0" tIns="0" rIns="0" bIns="0" rtlCol="0" anchor="t"/>
          <a:lstStyle/>
          <a:p>
            <a:pPr algn="l" indent="0" marL="0">
              <a:lnSpc>
                <a:spcPts val="2925"/>
              </a:lnSpc>
              <a:buNone/>
            </a:pPr>
            <a:r>
              <a:rPr lang="en-US" sz="2250" dirty="0">
                <a:solidFill>
                  <a:srgbClr val="24321C"/>
                </a:solidFill>
                <a:latin typeface="Noto Sans" pitchFamily="34" charset="0"/>
                <a:ea typeface="Noto Sans" pitchFamily="34" charset="-122"/>
                <a:cs typeface="Noto Sans" pitchFamily="34" charset="-120"/>
              </a:rPr>
              <a:t>I can ask what fruit someone likes</a:t>
            </a:r>
            <a:endParaRPr lang="en-US" sz="2250" dirty="0"/>
          </a:p>
        </p:txBody>
      </p:sp>
      <p:sp>
        <p:nvSpPr>
          <p:cNvPr id="16" name="Text 14"/>
          <p:cNvSpPr/>
          <p:nvPr/>
        </p:nvSpPr>
        <p:spPr>
          <a:xfrm>
            <a:off x="1685925" y="6186488"/>
            <a:ext cx="4752701" cy="428625"/>
          </a:xfrm>
          <a:prstGeom prst="rect">
            <a:avLst/>
          </a:prstGeom>
          <a:noFill/>
          <a:ln/>
        </p:spPr>
        <p:txBody>
          <a:bodyPr wrap="square" lIns="0" tIns="0" rIns="0" bIns="0" rtlCol="0" anchor="t"/>
          <a:lstStyle/>
          <a:p>
            <a:pPr algn="l" indent="0" marL="0">
              <a:spcBef>
                <a:spcPts val="300"/>
              </a:spcBef>
              <a:buNone/>
            </a:pPr>
            <a:r>
              <a:rPr lang="en-US" sz="2400" b="1" dirty="0">
                <a:solidFill>
                  <a:srgbClr val="B93F2C"/>
                </a:solidFill>
                <a:latin typeface="Noto Serif SC" pitchFamily="34" charset="0"/>
                <a:ea typeface="Noto Serif SC" pitchFamily="34" charset="-122"/>
                <a:cs typeface="Noto Serif SC" pitchFamily="34" charset="-120"/>
              </a:rPr>
              <a:t>你喜欢吃什么水果？</a:t>
            </a:r>
            <a:endParaRPr lang="en-US" sz="2400" dirty="0"/>
          </a:p>
        </p:txBody>
      </p:sp>
      <p:sp>
        <p:nvSpPr>
          <p:cNvPr id="17" name="Text 15"/>
          <p:cNvSpPr/>
          <p:nvPr/>
        </p:nvSpPr>
        <p:spPr>
          <a:xfrm>
            <a:off x="838200" y="6881813"/>
            <a:ext cx="16611600" cy="1123950"/>
          </a:xfrm>
          <a:prstGeom prst="roundRect">
            <a:avLst>
              <a:gd name="adj" fmla="val 10169"/>
            </a:avLst>
          </a:prstGeom>
          <a:solidFill>
            <a:srgbClr val="F2EFDE"/>
          </a:solidFill>
          <a:ln w="9525">
            <a:solidFill>
              <a:srgbClr val="E1DBC0"/>
            </a:solidFill>
          </a:ln>
        </p:spPr>
        <p:txBody>
          <a:bodyPr wrap="square" rtlCol="0" anchor="ctr"/>
          <a:lstStyle/>
          <a:p>
            <a:pPr indent="0" marL="0">
              <a:buNone/>
            </a:pPr>
            <a:endParaRPr lang="en-US" dirty="0"/>
          </a:p>
        </p:txBody>
      </p:sp>
      <p:sp>
        <p:nvSpPr>
          <p:cNvPr id="18" name="Text 16"/>
          <p:cNvSpPr/>
          <p:nvPr/>
        </p:nvSpPr>
        <p:spPr>
          <a:xfrm>
            <a:off x="1095375" y="7024688"/>
            <a:ext cx="369189" cy="416123"/>
          </a:xfrm>
          <a:prstGeom prst="rect">
            <a:avLst/>
          </a:prstGeom>
          <a:noFill/>
          <a:ln/>
        </p:spPr>
        <p:txBody>
          <a:bodyPr wrap="square" lIns="0" tIns="0" rIns="0" bIns="0" rtlCol="0" anchor="t"/>
          <a:lstStyle/>
          <a:p>
            <a:pPr algn="l" indent="0" marL="0">
              <a:lnSpc>
                <a:spcPts val="3278"/>
              </a:lnSpc>
              <a:buNone/>
            </a:pPr>
            <a:r>
              <a:rPr lang="en-US" sz="2850" b="1" dirty="0">
                <a:solidFill>
                  <a:srgbClr val="4C7A2C"/>
                </a:solidFill>
                <a:latin typeface="Noto Serif SC" pitchFamily="34" charset="0"/>
                <a:ea typeface="Noto Serif SC" pitchFamily="34" charset="-122"/>
                <a:cs typeface="Noto Serif SC" pitchFamily="34" charset="-120"/>
              </a:rPr>
              <a:t>3</a:t>
            </a:r>
            <a:endParaRPr lang="en-US" sz="2850" dirty="0"/>
          </a:p>
        </p:txBody>
      </p:sp>
      <p:sp>
        <p:nvSpPr>
          <p:cNvPr id="19" name="Text 17"/>
          <p:cNvSpPr/>
          <p:nvPr/>
        </p:nvSpPr>
        <p:spPr>
          <a:xfrm>
            <a:off x="1685925" y="7024688"/>
            <a:ext cx="4663440" cy="371475"/>
          </a:xfrm>
          <a:prstGeom prst="rect">
            <a:avLst/>
          </a:prstGeom>
          <a:noFill/>
          <a:ln/>
        </p:spPr>
        <p:txBody>
          <a:bodyPr wrap="square" lIns="0" tIns="0" rIns="0" bIns="0" rtlCol="0" anchor="t"/>
          <a:lstStyle/>
          <a:p>
            <a:pPr algn="l" indent="0" marL="0">
              <a:lnSpc>
                <a:spcPts val="2925"/>
              </a:lnSpc>
              <a:buNone/>
            </a:pPr>
            <a:r>
              <a:rPr lang="en-US" sz="2250" dirty="0">
                <a:solidFill>
                  <a:srgbClr val="24321C"/>
                </a:solidFill>
                <a:latin typeface="Noto Sans" pitchFamily="34" charset="0"/>
                <a:ea typeface="Noto Sans" pitchFamily="34" charset="-122"/>
                <a:cs typeface="Noto Sans" pitchFamily="34" charset="-120"/>
              </a:rPr>
              <a:t>I can use 都 to cover a list</a:t>
            </a:r>
            <a:endParaRPr lang="en-US" sz="2250" dirty="0"/>
          </a:p>
        </p:txBody>
      </p:sp>
      <p:sp>
        <p:nvSpPr>
          <p:cNvPr id="20" name="Text 18"/>
          <p:cNvSpPr/>
          <p:nvPr/>
        </p:nvSpPr>
        <p:spPr>
          <a:xfrm>
            <a:off x="1685925" y="7434263"/>
            <a:ext cx="4663440" cy="428625"/>
          </a:xfrm>
          <a:prstGeom prst="rect">
            <a:avLst/>
          </a:prstGeom>
          <a:noFill/>
          <a:ln/>
        </p:spPr>
        <p:txBody>
          <a:bodyPr wrap="square" lIns="0" tIns="0" rIns="0" bIns="0" rtlCol="0" anchor="t"/>
          <a:lstStyle/>
          <a:p>
            <a:pPr algn="l" indent="0" marL="0">
              <a:spcBef>
                <a:spcPts val="300"/>
              </a:spcBef>
              <a:buNone/>
            </a:pPr>
            <a:r>
              <a:rPr lang="en-US" sz="2400" b="1" dirty="0">
                <a:solidFill>
                  <a:srgbClr val="B93F2C"/>
                </a:solidFill>
                <a:latin typeface="Noto Serif SC" pitchFamily="34" charset="0"/>
                <a:ea typeface="Noto Serif SC" pitchFamily="34" charset="-122"/>
                <a:cs typeface="Noto Serif SC" pitchFamily="34" charset="-120"/>
              </a:rPr>
              <a:t>苹果、香蕉、橘子，我都喜欢吃。</a:t>
            </a:r>
            <a:endParaRPr lang="en-US" sz="2400" dirty="0"/>
          </a:p>
        </p:txBody>
      </p:sp>
      <p:sp>
        <p:nvSpPr>
          <p:cNvPr id="21" name="Text 19"/>
          <p:cNvSpPr/>
          <p:nvPr/>
        </p:nvSpPr>
        <p:spPr>
          <a:xfrm>
            <a:off x="838200" y="8129588"/>
            <a:ext cx="16611600" cy="1123950"/>
          </a:xfrm>
          <a:prstGeom prst="roundRect">
            <a:avLst>
              <a:gd name="adj" fmla="val 10169"/>
            </a:avLst>
          </a:prstGeom>
          <a:solidFill>
            <a:srgbClr val="F2EFDE"/>
          </a:solidFill>
          <a:ln w="9525">
            <a:solidFill>
              <a:srgbClr val="E1DBC0"/>
            </a:solidFill>
          </a:ln>
        </p:spPr>
        <p:txBody>
          <a:bodyPr wrap="square" rtlCol="0" anchor="ctr"/>
          <a:lstStyle/>
          <a:p>
            <a:pPr indent="0" marL="0">
              <a:buNone/>
            </a:pPr>
            <a:endParaRPr lang="en-US" dirty="0"/>
          </a:p>
        </p:txBody>
      </p:sp>
      <p:sp>
        <p:nvSpPr>
          <p:cNvPr id="22" name="Text 20"/>
          <p:cNvSpPr/>
          <p:nvPr/>
        </p:nvSpPr>
        <p:spPr>
          <a:xfrm>
            <a:off x="1095375" y="8272463"/>
            <a:ext cx="369189" cy="416123"/>
          </a:xfrm>
          <a:prstGeom prst="rect">
            <a:avLst/>
          </a:prstGeom>
          <a:noFill/>
          <a:ln/>
        </p:spPr>
        <p:txBody>
          <a:bodyPr wrap="square" lIns="0" tIns="0" rIns="0" bIns="0" rtlCol="0" anchor="t"/>
          <a:lstStyle/>
          <a:p>
            <a:pPr algn="l" indent="0" marL="0">
              <a:lnSpc>
                <a:spcPts val="3278"/>
              </a:lnSpc>
              <a:buNone/>
            </a:pPr>
            <a:r>
              <a:rPr lang="en-US" sz="2850" b="1" dirty="0">
                <a:solidFill>
                  <a:srgbClr val="4C7A2C"/>
                </a:solidFill>
                <a:latin typeface="Noto Serif SC" pitchFamily="34" charset="0"/>
                <a:ea typeface="Noto Serif SC" pitchFamily="34" charset="-122"/>
                <a:cs typeface="Noto Serif SC" pitchFamily="34" charset="-120"/>
              </a:rPr>
              <a:t>4</a:t>
            </a:r>
            <a:endParaRPr lang="en-US" sz="2850" dirty="0"/>
          </a:p>
        </p:txBody>
      </p:sp>
      <p:sp>
        <p:nvSpPr>
          <p:cNvPr id="23" name="Text 21"/>
          <p:cNvSpPr/>
          <p:nvPr/>
        </p:nvSpPr>
        <p:spPr>
          <a:xfrm>
            <a:off x="1685925" y="8272463"/>
            <a:ext cx="6620051" cy="371475"/>
          </a:xfrm>
          <a:prstGeom prst="rect">
            <a:avLst/>
          </a:prstGeom>
          <a:noFill/>
          <a:ln/>
        </p:spPr>
        <p:txBody>
          <a:bodyPr wrap="square" lIns="0" tIns="0" rIns="0" bIns="0" rtlCol="0" anchor="t"/>
          <a:lstStyle/>
          <a:p>
            <a:pPr algn="l" indent="0" marL="0">
              <a:lnSpc>
                <a:spcPts val="2925"/>
              </a:lnSpc>
              <a:buNone/>
            </a:pPr>
            <a:r>
              <a:rPr lang="en-US" sz="2250" dirty="0">
                <a:solidFill>
                  <a:srgbClr val="24321C"/>
                </a:solidFill>
                <a:latin typeface="Noto Sans" pitchFamily="34" charset="0"/>
                <a:ea typeface="Noto Sans" pitchFamily="34" charset="-122"/>
                <a:cs typeface="Noto Sans" pitchFamily="34" charset="-120"/>
              </a:rPr>
              <a:t>I can sort food words into vegetables and fruits</a:t>
            </a:r>
            <a:endParaRPr lang="en-US" sz="2250" dirty="0"/>
          </a:p>
        </p:txBody>
      </p:sp>
      <p:sp>
        <p:nvSpPr>
          <p:cNvPr id="24" name="Text 22"/>
          <p:cNvSpPr/>
          <p:nvPr/>
        </p:nvSpPr>
        <p:spPr>
          <a:xfrm>
            <a:off x="1685925" y="8682038"/>
            <a:ext cx="6620051" cy="428625"/>
          </a:xfrm>
          <a:prstGeom prst="rect">
            <a:avLst/>
          </a:prstGeom>
          <a:noFill/>
          <a:ln/>
        </p:spPr>
        <p:txBody>
          <a:bodyPr wrap="square" lIns="0" tIns="0" rIns="0" bIns="0" rtlCol="0" anchor="t"/>
          <a:lstStyle/>
          <a:p>
            <a:pPr algn="l" indent="0" marL="0">
              <a:spcBef>
                <a:spcPts val="300"/>
              </a:spcBef>
              <a:buNone/>
            </a:pPr>
            <a:r>
              <a:rPr lang="en-US" sz="2400" b="1" dirty="0">
                <a:solidFill>
                  <a:srgbClr val="B93F2C"/>
                </a:solidFill>
                <a:latin typeface="Noto Serif SC" pitchFamily="34" charset="0"/>
                <a:ea typeface="Noto Serif SC" pitchFamily="34" charset="-122"/>
                <a:cs typeface="Noto Serif SC" pitchFamily="34" charset="-120"/>
              </a:rPr>
              <a:t>蔬菜 / 水果</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8288000" cy="8096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804862"/>
            <a:ext cx="18288000" cy="0"/>
          </a:xfrm>
          <a:prstGeom prst="line">
            <a:avLst/>
          </a:prstGeom>
          <a:noFill/>
          <a:ln w="9525">
            <a:solidFill>
              <a:srgbClr val="E1DBC0"/>
            </a:solidFill>
            <a:prstDash val="solid"/>
          </a:ln>
        </p:spPr>
      </p:sp>
      <p:sp>
        <p:nvSpPr>
          <p:cNvPr id="4" name="Text 2"/>
          <p:cNvSpPr/>
          <p:nvPr/>
        </p:nvSpPr>
        <p:spPr>
          <a:xfrm>
            <a:off x="762000" y="0"/>
            <a:ext cx="16764000" cy="47625"/>
          </a:xfrm>
          <a:prstGeom prst="rect">
            <a:avLst/>
          </a:prstGeom>
          <a:solidFill>
            <a:srgbClr val="4C7A2C"/>
          </a:solidFill>
          <a:ln/>
        </p:spPr>
        <p:txBody>
          <a:bodyPr wrap="square" rtlCol="0" anchor="ctr"/>
          <a:lstStyle/>
          <a:p>
            <a:pPr indent="0" marL="0">
              <a:buNone/>
            </a:pPr>
            <a:endParaRPr lang="en-US" dirty="0"/>
          </a:p>
        </p:txBody>
      </p:sp>
      <p:sp>
        <p:nvSpPr>
          <p:cNvPr id="5" name="Text 3"/>
          <p:cNvSpPr/>
          <p:nvPr/>
        </p:nvSpPr>
        <p:spPr>
          <a:xfrm>
            <a:off x="838200" y="2027932"/>
            <a:ext cx="16943832" cy="314325"/>
          </a:xfrm>
          <a:prstGeom prst="rect">
            <a:avLst/>
          </a:prstGeom>
          <a:noFill/>
          <a:ln/>
        </p:spPr>
        <p:txBody>
          <a:bodyPr wrap="square" lIns="0" tIns="0" rIns="0" bIns="0" rtlCol="0" anchor="t"/>
          <a:lstStyle/>
          <a:p>
            <a:pPr algn="l" indent="0" marL="0">
              <a:spcAft>
                <a:spcPts val="1350"/>
              </a:spcAft>
              <a:buNone/>
            </a:pPr>
            <a:r>
              <a:rPr lang="en-US" sz="1800" b="1" dirty="0">
                <a:solidFill>
                  <a:srgbClr val="4C7A2C"/>
                </a:solidFill>
                <a:latin typeface="Noto Sans" pitchFamily="34" charset="0"/>
                <a:ea typeface="Noto Sans" pitchFamily="34" charset="-122"/>
                <a:cs typeface="Noto Sans" pitchFamily="34" charset="-120"/>
              </a:rPr>
              <a:t>NEW WORDS · 跟我读两遍 · REPEAT AFTER ME, TWICE</a:t>
            </a:r>
            <a:endParaRPr lang="en-US" sz="1800" dirty="0"/>
          </a:p>
        </p:txBody>
      </p:sp>
      <p:sp>
        <p:nvSpPr>
          <p:cNvPr id="6" name="Text 4"/>
          <p:cNvSpPr/>
          <p:nvPr/>
        </p:nvSpPr>
        <p:spPr>
          <a:xfrm>
            <a:off x="838200" y="2513707"/>
            <a:ext cx="8001000" cy="6469261"/>
          </a:xfrm>
          <a:prstGeom prst="roundRect">
            <a:avLst>
              <a:gd name="adj" fmla="val 2945"/>
            </a:avLst>
          </a:prstGeom>
          <a:solidFill>
            <a:srgbClr val="F2EFDE"/>
          </a:solidFill>
          <a:ln w="19050">
            <a:solidFill>
              <a:srgbClr val="E1DBC0"/>
            </a:solidFill>
          </a:ln>
        </p:spPr>
        <p:txBody>
          <a:bodyPr wrap="square" rtlCol="0" anchor="ctr"/>
          <a:lstStyle/>
          <a:p>
            <a:pPr indent="0" marL="0">
              <a:buNone/>
            </a:pPr>
            <a:endParaRPr lang="en-US" dirty="0"/>
          </a:p>
        </p:txBody>
      </p:sp>
      <p:pic>
        <p:nvPicPr>
          <p:cNvPr id="7" name="Image 0" descr="/Users/luojiahai/code/deck/index/designs/y8-l10/img/shuigu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648075" y="2951857"/>
            <a:ext cx="2381250" cy="2381250"/>
          </a:xfrm>
          <a:prstGeom prst="rect">
            <a:avLst/>
          </a:prstGeom>
        </p:spPr>
      </p:pic>
      <p:sp>
        <p:nvSpPr>
          <p:cNvPr id="8" name="Text 5"/>
          <p:cNvSpPr/>
          <p:nvPr/>
        </p:nvSpPr>
        <p:spPr>
          <a:xfrm>
            <a:off x="4020889" y="5466457"/>
            <a:ext cx="1668182" cy="590550"/>
          </a:xfrm>
          <a:prstGeom prst="rect">
            <a:avLst/>
          </a:prstGeom>
          <a:noFill/>
          <a:ln/>
        </p:spPr>
        <p:txBody>
          <a:bodyPr wrap="square" lIns="0" tIns="0" rIns="0" bIns="0" rtlCol="0" anchor="t"/>
          <a:lstStyle/>
          <a:p>
            <a:pPr algn="l" indent="0" marL="0">
              <a:buNone/>
            </a:pPr>
            <a:r>
              <a:rPr lang="en-US" sz="3300" dirty="0">
                <a:solidFill>
                  <a:srgbClr val="4C7A2C"/>
                </a:solidFill>
                <a:latin typeface="Noto Sans" pitchFamily="34" charset="0"/>
                <a:ea typeface="Noto Sans" pitchFamily="34" charset="-122"/>
                <a:cs typeface="Noto Sans" pitchFamily="34" charset="-120"/>
              </a:rPr>
              <a:t>shuǐguǒ</a:t>
            </a:r>
            <a:endParaRPr lang="en-US" sz="3300" dirty="0"/>
          </a:p>
        </p:txBody>
      </p:sp>
      <p:sp>
        <p:nvSpPr>
          <p:cNvPr id="9" name="Text 6"/>
          <p:cNvSpPr/>
          <p:nvPr/>
        </p:nvSpPr>
        <p:spPr>
          <a:xfrm>
            <a:off x="3657600" y="6190357"/>
            <a:ext cx="2409444" cy="1240036"/>
          </a:xfrm>
          <a:prstGeom prst="rect">
            <a:avLst/>
          </a:prstGeom>
          <a:noFill/>
          <a:ln/>
        </p:spPr>
        <p:txBody>
          <a:bodyPr wrap="square" lIns="0" tIns="0" rIns="0" bIns="0" rtlCol="0" anchor="t"/>
          <a:lstStyle/>
          <a:p>
            <a:pPr algn="l" indent="0" marL="0">
              <a:lnSpc>
                <a:spcPts val="9765"/>
              </a:lnSpc>
              <a:buNone/>
            </a:pPr>
            <a:r>
              <a:rPr lang="en-US" sz="9300" b="1" dirty="0">
                <a:solidFill>
                  <a:srgbClr val="24321C"/>
                </a:solidFill>
                <a:latin typeface="Noto Serif SC" pitchFamily="34" charset="0"/>
                <a:ea typeface="Noto Serif SC" pitchFamily="34" charset="-122"/>
                <a:cs typeface="Noto Serif SC" pitchFamily="34" charset="-120"/>
              </a:rPr>
              <a:t>水果</a:t>
            </a:r>
            <a:endParaRPr lang="en-US" sz="9300" dirty="0"/>
          </a:p>
        </p:txBody>
      </p:sp>
      <p:sp>
        <p:nvSpPr>
          <p:cNvPr id="10" name="Text 7"/>
          <p:cNvSpPr/>
          <p:nvPr/>
        </p:nvSpPr>
        <p:spPr>
          <a:xfrm>
            <a:off x="4521994" y="7563743"/>
            <a:ext cx="646081" cy="457200"/>
          </a:xfrm>
          <a:prstGeom prst="rect">
            <a:avLst/>
          </a:prstGeom>
          <a:noFill/>
          <a:ln/>
        </p:spPr>
        <p:txBody>
          <a:bodyPr wrap="square" lIns="0" tIns="0" rIns="0" bIns="0" rtlCol="0" anchor="t"/>
          <a:lstStyle/>
          <a:p>
            <a:pPr algn="l" indent="0" marL="0">
              <a:buNone/>
            </a:pPr>
            <a:r>
              <a:rPr lang="en-US" sz="2550" dirty="0">
                <a:solidFill>
                  <a:srgbClr val="4E5A42"/>
                </a:solidFill>
                <a:latin typeface="Noto Sans" pitchFamily="34" charset="0"/>
                <a:ea typeface="Noto Sans" pitchFamily="34" charset="-122"/>
                <a:cs typeface="Noto Sans" pitchFamily="34" charset="-120"/>
              </a:rPr>
              <a:t>fruit</a:t>
            </a:r>
            <a:endParaRPr lang="en-US" sz="2550" dirty="0"/>
          </a:p>
        </p:txBody>
      </p:sp>
      <p:sp>
        <p:nvSpPr>
          <p:cNvPr id="11" name="Text 8"/>
          <p:cNvSpPr/>
          <p:nvPr/>
        </p:nvSpPr>
        <p:spPr>
          <a:xfrm>
            <a:off x="9448800" y="2513707"/>
            <a:ext cx="8001000" cy="6469261"/>
          </a:xfrm>
          <a:prstGeom prst="roundRect">
            <a:avLst>
              <a:gd name="adj" fmla="val 2945"/>
            </a:avLst>
          </a:prstGeom>
          <a:solidFill>
            <a:srgbClr val="F2EFDE"/>
          </a:solidFill>
          <a:ln w="19050">
            <a:solidFill>
              <a:srgbClr val="E1DBC0"/>
            </a:solidFill>
          </a:ln>
        </p:spPr>
        <p:txBody>
          <a:bodyPr wrap="square" rtlCol="0" anchor="ctr"/>
          <a:lstStyle/>
          <a:p>
            <a:pPr indent="0" marL="0">
              <a:buNone/>
            </a:pPr>
            <a:endParaRPr lang="en-US" dirty="0"/>
          </a:p>
        </p:txBody>
      </p:sp>
      <p:pic>
        <p:nvPicPr>
          <p:cNvPr id="12" name="Image 1" descr="/Users/luojiahai/code/deck/index/designs/y8-l10/img/pingguo.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258675" y="2951857"/>
            <a:ext cx="2381250" cy="2381250"/>
          </a:xfrm>
          <a:prstGeom prst="rect">
            <a:avLst/>
          </a:prstGeom>
        </p:spPr>
      </p:pic>
      <p:sp>
        <p:nvSpPr>
          <p:cNvPr id="13" name="Text 9"/>
          <p:cNvSpPr/>
          <p:nvPr/>
        </p:nvSpPr>
        <p:spPr>
          <a:xfrm>
            <a:off x="12609761" y="5466457"/>
            <a:ext cx="1712660" cy="590550"/>
          </a:xfrm>
          <a:prstGeom prst="rect">
            <a:avLst/>
          </a:prstGeom>
          <a:noFill/>
          <a:ln/>
        </p:spPr>
        <p:txBody>
          <a:bodyPr wrap="square" lIns="0" tIns="0" rIns="0" bIns="0" rtlCol="0" anchor="t"/>
          <a:lstStyle/>
          <a:p>
            <a:pPr algn="l" indent="0" marL="0">
              <a:buNone/>
            </a:pPr>
            <a:r>
              <a:rPr lang="en-US" sz="3300" dirty="0">
                <a:solidFill>
                  <a:srgbClr val="4C7A2C"/>
                </a:solidFill>
                <a:latin typeface="Noto Sans" pitchFamily="34" charset="0"/>
                <a:ea typeface="Noto Sans" pitchFamily="34" charset="-122"/>
                <a:cs typeface="Noto Sans" pitchFamily="34" charset="-120"/>
              </a:rPr>
              <a:t>píngguǒ</a:t>
            </a:r>
            <a:endParaRPr lang="en-US" sz="3300" dirty="0"/>
          </a:p>
        </p:txBody>
      </p:sp>
      <p:sp>
        <p:nvSpPr>
          <p:cNvPr id="14" name="Text 10"/>
          <p:cNvSpPr/>
          <p:nvPr/>
        </p:nvSpPr>
        <p:spPr>
          <a:xfrm>
            <a:off x="12268200" y="6190357"/>
            <a:ext cx="2409444" cy="1240036"/>
          </a:xfrm>
          <a:prstGeom prst="rect">
            <a:avLst/>
          </a:prstGeom>
          <a:noFill/>
          <a:ln/>
        </p:spPr>
        <p:txBody>
          <a:bodyPr wrap="square" lIns="0" tIns="0" rIns="0" bIns="0" rtlCol="0" anchor="t"/>
          <a:lstStyle/>
          <a:p>
            <a:pPr algn="l" indent="0" marL="0">
              <a:lnSpc>
                <a:spcPts val="9765"/>
              </a:lnSpc>
              <a:buNone/>
            </a:pPr>
            <a:r>
              <a:rPr lang="en-US" sz="9300" b="1" dirty="0">
                <a:solidFill>
                  <a:srgbClr val="24321C"/>
                </a:solidFill>
                <a:latin typeface="Noto Serif SC" pitchFamily="34" charset="0"/>
                <a:ea typeface="Noto Serif SC" pitchFamily="34" charset="-122"/>
                <a:cs typeface="Noto Serif SC" pitchFamily="34" charset="-120"/>
              </a:rPr>
              <a:t>苹果</a:t>
            </a:r>
            <a:endParaRPr lang="en-US" sz="9300" dirty="0"/>
          </a:p>
        </p:txBody>
      </p:sp>
      <p:sp>
        <p:nvSpPr>
          <p:cNvPr id="15" name="Text 11"/>
          <p:cNvSpPr/>
          <p:nvPr/>
        </p:nvSpPr>
        <p:spPr>
          <a:xfrm>
            <a:off x="13033772" y="7563743"/>
            <a:ext cx="847526" cy="457200"/>
          </a:xfrm>
          <a:prstGeom prst="rect">
            <a:avLst/>
          </a:prstGeom>
          <a:noFill/>
          <a:ln/>
        </p:spPr>
        <p:txBody>
          <a:bodyPr wrap="square" lIns="0" tIns="0" rIns="0" bIns="0" rtlCol="0" anchor="t"/>
          <a:lstStyle/>
          <a:p>
            <a:pPr algn="l" indent="0" marL="0">
              <a:buNone/>
            </a:pPr>
            <a:r>
              <a:rPr lang="en-US" sz="2550" dirty="0">
                <a:solidFill>
                  <a:srgbClr val="4E5A42"/>
                </a:solidFill>
                <a:latin typeface="Noto Sans" pitchFamily="34" charset="0"/>
                <a:ea typeface="Noto Sans" pitchFamily="34" charset="-122"/>
                <a:cs typeface="Noto Sans" pitchFamily="34" charset="-120"/>
              </a:rPr>
              <a:t>apple</a:t>
            </a:r>
            <a:endParaRPr lang="en-US" sz="2550" dirty="0"/>
          </a:p>
        </p:txBody>
      </p:sp>
      <p:sp>
        <p:nvSpPr>
          <p:cNvPr id="16" name="Text 12"/>
          <p:cNvSpPr/>
          <p:nvPr/>
        </p:nvSpPr>
        <p:spPr>
          <a:xfrm>
            <a:off x="12181880" y="8154293"/>
            <a:ext cx="2585537" cy="352425"/>
          </a:xfrm>
          <a:prstGeom prst="rect">
            <a:avLst/>
          </a:prstGeom>
          <a:noFill/>
          <a:ln/>
        </p:spPr>
        <p:txBody>
          <a:bodyPr wrap="square" lIns="0" tIns="0" rIns="0" bIns="0" rtlCol="0" anchor="t"/>
          <a:lstStyle/>
          <a:p>
            <a:pPr algn="l" indent="0" marL="0">
              <a:buNone/>
            </a:pPr>
            <a:r>
              <a:rPr lang="en-US" sz="1950" dirty="0">
                <a:solidFill>
                  <a:srgbClr val="78805F"/>
                </a:solidFill>
                <a:latin typeface="Noto Sans" pitchFamily="34" charset="0"/>
                <a:ea typeface="Noto Sans" pitchFamily="34" charset="-122"/>
                <a:cs typeface="Noto Sans" pitchFamily="34" charset="-120"/>
              </a:rPr>
              <a:t>traditional 繁体：蘋果</a:t>
            </a:r>
            <a:endParaRPr lang="en-US" sz="1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8288000" cy="8096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804862"/>
            <a:ext cx="18288000" cy="0"/>
          </a:xfrm>
          <a:prstGeom prst="line">
            <a:avLst/>
          </a:prstGeom>
          <a:noFill/>
          <a:ln w="9525">
            <a:solidFill>
              <a:srgbClr val="E1DBC0"/>
            </a:solidFill>
            <a:prstDash val="solid"/>
          </a:ln>
        </p:spPr>
      </p:sp>
      <p:sp>
        <p:nvSpPr>
          <p:cNvPr id="4" name="Text 2"/>
          <p:cNvSpPr/>
          <p:nvPr/>
        </p:nvSpPr>
        <p:spPr>
          <a:xfrm>
            <a:off x="762000" y="0"/>
            <a:ext cx="16764000" cy="47625"/>
          </a:xfrm>
          <a:prstGeom prst="rect">
            <a:avLst/>
          </a:prstGeom>
          <a:solidFill>
            <a:srgbClr val="4C7A2C"/>
          </a:solidFill>
          <a:ln/>
        </p:spPr>
        <p:txBody>
          <a:bodyPr wrap="square" rtlCol="0" anchor="ctr"/>
          <a:lstStyle/>
          <a:p>
            <a:pPr indent="0" marL="0">
              <a:buNone/>
            </a:pPr>
            <a:endParaRPr lang="en-US" dirty="0"/>
          </a:p>
        </p:txBody>
      </p:sp>
      <p:sp>
        <p:nvSpPr>
          <p:cNvPr id="5" name="Text 3"/>
          <p:cNvSpPr/>
          <p:nvPr/>
        </p:nvSpPr>
        <p:spPr>
          <a:xfrm>
            <a:off x="838200" y="1258639"/>
            <a:ext cx="16943832" cy="314325"/>
          </a:xfrm>
          <a:prstGeom prst="rect">
            <a:avLst/>
          </a:prstGeom>
          <a:noFill/>
          <a:ln/>
        </p:spPr>
        <p:txBody>
          <a:bodyPr wrap="square" lIns="0" tIns="0" rIns="0" bIns="0" rtlCol="0" anchor="t"/>
          <a:lstStyle/>
          <a:p>
            <a:pPr algn="l" indent="0" marL="0">
              <a:spcAft>
                <a:spcPts val="1350"/>
              </a:spcAft>
              <a:buNone/>
            </a:pPr>
            <a:r>
              <a:rPr lang="en-US" sz="1800" b="1" dirty="0">
                <a:solidFill>
                  <a:srgbClr val="4C7A2C"/>
                </a:solidFill>
                <a:latin typeface="Noto Sans" pitchFamily="34" charset="0"/>
                <a:ea typeface="Noto Sans" pitchFamily="34" charset="-122"/>
                <a:cs typeface="Noto Sans" pitchFamily="34" charset="-120"/>
              </a:rPr>
              <a:t>例句 · SEE THEM USED</a:t>
            </a:r>
            <a:endParaRPr lang="en-US" sz="1800" dirty="0"/>
          </a:p>
        </p:txBody>
      </p:sp>
      <p:sp>
        <p:nvSpPr>
          <p:cNvPr id="6" name="Text 4"/>
          <p:cNvSpPr/>
          <p:nvPr/>
        </p:nvSpPr>
        <p:spPr>
          <a:xfrm>
            <a:off x="838200" y="1744414"/>
            <a:ext cx="16611600" cy="2018407"/>
          </a:xfrm>
          <a:prstGeom prst="rect">
            <a:avLst/>
          </a:prstGeom>
          <a:solidFill>
            <a:srgbClr val="F2EFDE"/>
          </a:solidFill>
          <a:ln/>
        </p:spPr>
        <p:txBody>
          <a:bodyPr wrap="square" rtlCol="0" anchor="ctr"/>
          <a:lstStyle/>
          <a:p>
            <a:pPr indent="0" marL="0">
              <a:buNone/>
            </a:pPr>
            <a:endParaRPr lang="en-US" dirty="0"/>
          </a:p>
        </p:txBody>
      </p:sp>
      <p:sp>
        <p:nvSpPr>
          <p:cNvPr id="7" name="Shape 5"/>
          <p:cNvSpPr/>
          <p:nvPr/>
        </p:nvSpPr>
        <p:spPr>
          <a:xfrm>
            <a:off x="885825" y="1744414"/>
            <a:ext cx="0" cy="2018407"/>
          </a:xfrm>
          <a:prstGeom prst="line">
            <a:avLst/>
          </a:prstGeom>
          <a:noFill/>
          <a:ln w="95250">
            <a:solidFill>
              <a:srgbClr val="4C7A2C"/>
            </a:solidFill>
            <a:prstDash val="solid"/>
          </a:ln>
        </p:spPr>
      </p:sp>
      <p:sp>
        <p:nvSpPr>
          <p:cNvPr id="8" name="Text 6"/>
          <p:cNvSpPr/>
          <p:nvPr/>
        </p:nvSpPr>
        <p:spPr>
          <a:xfrm>
            <a:off x="1238250" y="1934914"/>
            <a:ext cx="16224885" cy="400050"/>
          </a:xfrm>
          <a:prstGeom prst="rect">
            <a:avLst/>
          </a:prstGeom>
          <a:noFill/>
          <a:ln/>
        </p:spPr>
        <p:txBody>
          <a:bodyPr wrap="square" lIns="0" tIns="0" rIns="0" bIns="0" rtlCol="0" anchor="t"/>
          <a:lstStyle/>
          <a:p>
            <a:pPr algn="l" indent="0" marL="0">
              <a:spcAft>
                <a:spcPts val="450"/>
              </a:spcAft>
              <a:buNone/>
            </a:pPr>
            <a:r>
              <a:rPr lang="en-US" sz="2250" dirty="0">
                <a:solidFill>
                  <a:srgbClr val="4C7A2C"/>
                </a:solidFill>
                <a:latin typeface="Noto Sans" pitchFamily="34" charset="0"/>
                <a:ea typeface="Noto Sans" pitchFamily="34" charset="-122"/>
                <a:cs typeface="Noto Sans" pitchFamily="34" charset="-120"/>
              </a:rPr>
              <a:t>Wǒ měi tiān dōu chī shuǐguǒ.</a:t>
            </a:r>
            <a:endParaRPr lang="en-US" sz="2250" dirty="0"/>
          </a:p>
        </p:txBody>
      </p:sp>
      <p:sp>
        <p:nvSpPr>
          <p:cNvPr id="9" name="Text 7"/>
          <p:cNvSpPr/>
          <p:nvPr/>
        </p:nvSpPr>
        <p:spPr>
          <a:xfrm>
            <a:off x="1238250" y="2392114"/>
            <a:ext cx="16224885" cy="703957"/>
          </a:xfrm>
          <a:prstGeom prst="rect">
            <a:avLst/>
          </a:prstGeom>
          <a:noFill/>
          <a:ln/>
        </p:spPr>
        <p:txBody>
          <a:bodyPr wrap="square" lIns="0" tIns="0" rIns="0" bIns="0" rtlCol="0" anchor="t"/>
          <a:lstStyle/>
          <a:p>
            <a:pPr algn="l" indent="0" marL="0">
              <a:lnSpc>
                <a:spcPts val="5544"/>
              </a:lnSpc>
              <a:buNone/>
            </a:pPr>
            <a:r>
              <a:rPr lang="en-US" sz="4200" dirty="0">
                <a:solidFill>
                  <a:srgbClr val="24321C"/>
                </a:solidFill>
                <a:latin typeface="Noto Serif SC" pitchFamily="34" charset="0"/>
                <a:ea typeface="Noto Serif SC" pitchFamily="34" charset="-122"/>
                <a:cs typeface="Noto Serif SC" pitchFamily="34" charset="-120"/>
              </a:rPr>
              <a:t>我每天都吃</a:t>
            </a:r>
            <a:r>
              <a:rPr lang="en-US" sz="4200" b="1" dirty="0">
                <a:solidFill>
                  <a:srgbClr val="B93F2C"/>
                </a:solidFill>
                <a:latin typeface="Noto Serif SC" pitchFamily="34" charset="0"/>
                <a:ea typeface="Noto Serif SC" pitchFamily="34" charset="-122"/>
                <a:cs typeface="Noto Serif SC" pitchFamily="34" charset="-120"/>
              </a:rPr>
              <a:t>水果</a:t>
            </a:r>
            <a:r>
              <a:rPr lang="en-US" sz="4200" dirty="0">
                <a:solidFill>
                  <a:srgbClr val="24321C"/>
                </a:solidFill>
                <a:latin typeface="Noto Serif SC" pitchFamily="34" charset="0"/>
                <a:ea typeface="Noto Serif SC" pitchFamily="34" charset="-122"/>
                <a:cs typeface="Noto Serif SC" pitchFamily="34" charset="-120"/>
              </a:rPr>
              <a:t>。</a:t>
            </a:r>
            <a:endParaRPr lang="en-US" sz="4200" dirty="0"/>
          </a:p>
        </p:txBody>
      </p:sp>
      <p:sp>
        <p:nvSpPr>
          <p:cNvPr id="10" name="Text 8"/>
          <p:cNvSpPr/>
          <p:nvPr/>
        </p:nvSpPr>
        <p:spPr>
          <a:xfrm>
            <a:off x="1238250" y="3172271"/>
            <a:ext cx="16224885" cy="381000"/>
          </a:xfrm>
          <a:prstGeom prst="rect">
            <a:avLst/>
          </a:prstGeom>
          <a:noFill/>
          <a:ln/>
        </p:spPr>
        <p:txBody>
          <a:bodyPr wrap="square" lIns="0" tIns="0" rIns="0" bIns="0" rtlCol="0" anchor="t"/>
          <a:lstStyle/>
          <a:p>
            <a:pPr algn="l" indent="0" marL="0">
              <a:spcBef>
                <a:spcPts val="600"/>
              </a:spcBef>
              <a:buNone/>
            </a:pPr>
            <a:r>
              <a:rPr lang="en-US" sz="2100" dirty="0">
                <a:solidFill>
                  <a:srgbClr val="4E5A42"/>
                </a:solidFill>
                <a:latin typeface="Noto Sans" pitchFamily="34" charset="0"/>
                <a:ea typeface="Noto Sans" pitchFamily="34" charset="-122"/>
                <a:cs typeface="Noto Sans" pitchFamily="34" charset="-120"/>
              </a:rPr>
              <a:t>I eat fruit every day.</a:t>
            </a:r>
            <a:endParaRPr lang="en-US" sz="2100" dirty="0"/>
          </a:p>
        </p:txBody>
      </p:sp>
      <p:sp>
        <p:nvSpPr>
          <p:cNvPr id="11" name="Text 9"/>
          <p:cNvSpPr/>
          <p:nvPr/>
        </p:nvSpPr>
        <p:spPr>
          <a:xfrm>
            <a:off x="838200" y="3953321"/>
            <a:ext cx="16611600" cy="2018407"/>
          </a:xfrm>
          <a:prstGeom prst="rect">
            <a:avLst/>
          </a:prstGeom>
          <a:solidFill>
            <a:srgbClr val="F2EFDE"/>
          </a:solidFill>
          <a:ln/>
        </p:spPr>
        <p:txBody>
          <a:bodyPr wrap="square" rtlCol="0" anchor="ctr"/>
          <a:lstStyle/>
          <a:p>
            <a:pPr indent="0" marL="0">
              <a:buNone/>
            </a:pPr>
            <a:endParaRPr lang="en-US" dirty="0"/>
          </a:p>
        </p:txBody>
      </p:sp>
      <p:sp>
        <p:nvSpPr>
          <p:cNvPr id="12" name="Shape 10"/>
          <p:cNvSpPr/>
          <p:nvPr/>
        </p:nvSpPr>
        <p:spPr>
          <a:xfrm>
            <a:off x="885825" y="3953321"/>
            <a:ext cx="0" cy="2018407"/>
          </a:xfrm>
          <a:prstGeom prst="line">
            <a:avLst/>
          </a:prstGeom>
          <a:noFill/>
          <a:ln w="95250">
            <a:solidFill>
              <a:srgbClr val="4C7A2C"/>
            </a:solidFill>
            <a:prstDash val="solid"/>
          </a:ln>
        </p:spPr>
      </p:sp>
      <p:sp>
        <p:nvSpPr>
          <p:cNvPr id="13" name="Text 11"/>
          <p:cNvSpPr/>
          <p:nvPr/>
        </p:nvSpPr>
        <p:spPr>
          <a:xfrm>
            <a:off x="1238250" y="4143821"/>
            <a:ext cx="16224885" cy="400050"/>
          </a:xfrm>
          <a:prstGeom prst="rect">
            <a:avLst/>
          </a:prstGeom>
          <a:noFill/>
          <a:ln/>
        </p:spPr>
        <p:txBody>
          <a:bodyPr wrap="square" lIns="0" tIns="0" rIns="0" bIns="0" rtlCol="0" anchor="t"/>
          <a:lstStyle/>
          <a:p>
            <a:pPr algn="l" indent="0" marL="0">
              <a:spcAft>
                <a:spcPts val="450"/>
              </a:spcAft>
              <a:buNone/>
            </a:pPr>
            <a:r>
              <a:rPr lang="en-US" sz="2250" dirty="0">
                <a:solidFill>
                  <a:srgbClr val="4C7A2C"/>
                </a:solidFill>
                <a:latin typeface="Noto Sans" pitchFamily="34" charset="0"/>
                <a:ea typeface="Noto Sans" pitchFamily="34" charset="-122"/>
                <a:cs typeface="Noto Sans" pitchFamily="34" charset="-120"/>
              </a:rPr>
              <a:t>Wǒ fēicháng xǐhuan chī píngguǒ.</a:t>
            </a:r>
            <a:endParaRPr lang="en-US" sz="2250" dirty="0"/>
          </a:p>
        </p:txBody>
      </p:sp>
      <p:sp>
        <p:nvSpPr>
          <p:cNvPr id="14" name="Text 12"/>
          <p:cNvSpPr/>
          <p:nvPr/>
        </p:nvSpPr>
        <p:spPr>
          <a:xfrm>
            <a:off x="1238250" y="4601021"/>
            <a:ext cx="16224885" cy="703957"/>
          </a:xfrm>
          <a:prstGeom prst="rect">
            <a:avLst/>
          </a:prstGeom>
          <a:noFill/>
          <a:ln/>
        </p:spPr>
        <p:txBody>
          <a:bodyPr wrap="square" lIns="0" tIns="0" rIns="0" bIns="0" rtlCol="0" anchor="t"/>
          <a:lstStyle/>
          <a:p>
            <a:pPr algn="l" indent="0" marL="0">
              <a:lnSpc>
                <a:spcPts val="5544"/>
              </a:lnSpc>
              <a:buNone/>
            </a:pPr>
            <a:r>
              <a:rPr lang="en-US" sz="4200" dirty="0">
                <a:solidFill>
                  <a:srgbClr val="24321C"/>
                </a:solidFill>
                <a:latin typeface="Noto Serif SC" pitchFamily="34" charset="0"/>
                <a:ea typeface="Noto Serif SC" pitchFamily="34" charset="-122"/>
                <a:cs typeface="Noto Serif SC" pitchFamily="34" charset="-120"/>
              </a:rPr>
              <a:t>我非常喜欢吃</a:t>
            </a:r>
            <a:r>
              <a:rPr lang="en-US" sz="4200" b="1" dirty="0">
                <a:solidFill>
                  <a:srgbClr val="B93F2C"/>
                </a:solidFill>
                <a:latin typeface="Noto Serif SC" pitchFamily="34" charset="0"/>
                <a:ea typeface="Noto Serif SC" pitchFamily="34" charset="-122"/>
                <a:cs typeface="Noto Serif SC" pitchFamily="34" charset="-120"/>
              </a:rPr>
              <a:t>苹果</a:t>
            </a:r>
            <a:r>
              <a:rPr lang="en-US" sz="4200" dirty="0">
                <a:solidFill>
                  <a:srgbClr val="24321C"/>
                </a:solidFill>
                <a:latin typeface="Noto Serif SC" pitchFamily="34" charset="0"/>
                <a:ea typeface="Noto Serif SC" pitchFamily="34" charset="-122"/>
                <a:cs typeface="Noto Serif SC" pitchFamily="34" charset="-120"/>
              </a:rPr>
              <a:t>。</a:t>
            </a:r>
            <a:endParaRPr lang="en-US" sz="4200" dirty="0"/>
          </a:p>
        </p:txBody>
      </p:sp>
      <p:sp>
        <p:nvSpPr>
          <p:cNvPr id="15" name="Text 13"/>
          <p:cNvSpPr/>
          <p:nvPr/>
        </p:nvSpPr>
        <p:spPr>
          <a:xfrm>
            <a:off x="1238250" y="5381179"/>
            <a:ext cx="16224885" cy="381000"/>
          </a:xfrm>
          <a:prstGeom prst="rect">
            <a:avLst/>
          </a:prstGeom>
          <a:noFill/>
          <a:ln/>
        </p:spPr>
        <p:txBody>
          <a:bodyPr wrap="square" lIns="0" tIns="0" rIns="0" bIns="0" rtlCol="0" anchor="t"/>
          <a:lstStyle/>
          <a:p>
            <a:pPr algn="l" indent="0" marL="0">
              <a:spcBef>
                <a:spcPts val="600"/>
              </a:spcBef>
              <a:buNone/>
            </a:pPr>
            <a:r>
              <a:rPr lang="en-US" sz="2100" dirty="0">
                <a:solidFill>
                  <a:srgbClr val="4E5A42"/>
                </a:solidFill>
                <a:latin typeface="Noto Sans" pitchFamily="34" charset="0"/>
                <a:ea typeface="Noto Sans" pitchFamily="34" charset="-122"/>
                <a:cs typeface="Noto Sans" pitchFamily="34" charset="-120"/>
              </a:rPr>
              <a:t>I really like eating apples.</a:t>
            </a:r>
            <a:endParaRPr lang="en-US" sz="2100" dirty="0"/>
          </a:p>
        </p:txBody>
      </p:sp>
      <p:sp>
        <p:nvSpPr>
          <p:cNvPr id="16" name="Text 14"/>
          <p:cNvSpPr/>
          <p:nvPr/>
        </p:nvSpPr>
        <p:spPr>
          <a:xfrm>
            <a:off x="838200" y="6162229"/>
            <a:ext cx="16611600" cy="2018407"/>
          </a:xfrm>
          <a:prstGeom prst="rect">
            <a:avLst/>
          </a:prstGeom>
          <a:solidFill>
            <a:srgbClr val="B93F2C">
              <a:alpha val="11000"/>
            </a:srgbClr>
          </a:solidFill>
          <a:ln/>
        </p:spPr>
        <p:txBody>
          <a:bodyPr wrap="square" rtlCol="0" anchor="ctr"/>
          <a:lstStyle/>
          <a:p>
            <a:pPr indent="0" marL="0">
              <a:buNone/>
            </a:pPr>
            <a:endParaRPr lang="en-US" dirty="0"/>
          </a:p>
        </p:txBody>
      </p:sp>
      <p:sp>
        <p:nvSpPr>
          <p:cNvPr id="17" name="Shape 15"/>
          <p:cNvSpPr/>
          <p:nvPr/>
        </p:nvSpPr>
        <p:spPr>
          <a:xfrm>
            <a:off x="885825" y="6162229"/>
            <a:ext cx="0" cy="2018407"/>
          </a:xfrm>
          <a:prstGeom prst="line">
            <a:avLst/>
          </a:prstGeom>
          <a:noFill/>
          <a:ln w="95250">
            <a:solidFill>
              <a:srgbClr val="B93F2C"/>
            </a:solidFill>
            <a:prstDash val="solid"/>
          </a:ln>
        </p:spPr>
      </p:sp>
      <p:sp>
        <p:nvSpPr>
          <p:cNvPr id="18" name="Text 16"/>
          <p:cNvSpPr/>
          <p:nvPr/>
        </p:nvSpPr>
        <p:spPr>
          <a:xfrm>
            <a:off x="1238250" y="6352729"/>
            <a:ext cx="16224885" cy="400050"/>
          </a:xfrm>
          <a:prstGeom prst="rect">
            <a:avLst/>
          </a:prstGeom>
          <a:noFill/>
          <a:ln/>
        </p:spPr>
        <p:txBody>
          <a:bodyPr wrap="square" lIns="0" tIns="0" rIns="0" bIns="0" rtlCol="0" anchor="t"/>
          <a:lstStyle/>
          <a:p>
            <a:pPr algn="l" indent="0" marL="0">
              <a:spcAft>
                <a:spcPts val="450"/>
              </a:spcAft>
              <a:buNone/>
            </a:pPr>
            <a:r>
              <a:rPr lang="en-US" sz="2250" dirty="0">
                <a:solidFill>
                  <a:srgbClr val="4C7A2C"/>
                </a:solidFill>
                <a:latin typeface="Noto Sans" pitchFamily="34" charset="0"/>
                <a:ea typeface="Noto Sans" pitchFamily="34" charset="-122"/>
                <a:cs typeface="Noto Sans" pitchFamily="34" charset="-120"/>
              </a:rPr>
              <a:t>Píngguǒ shì wǒ zuì xǐhuan de shuǐguǒ.</a:t>
            </a:r>
            <a:endParaRPr lang="en-US" sz="2250" dirty="0"/>
          </a:p>
        </p:txBody>
      </p:sp>
      <p:sp>
        <p:nvSpPr>
          <p:cNvPr id="19" name="Text 17"/>
          <p:cNvSpPr/>
          <p:nvPr/>
        </p:nvSpPr>
        <p:spPr>
          <a:xfrm>
            <a:off x="1238250" y="6809929"/>
            <a:ext cx="16224885" cy="703957"/>
          </a:xfrm>
          <a:prstGeom prst="rect">
            <a:avLst/>
          </a:prstGeom>
          <a:noFill/>
          <a:ln/>
        </p:spPr>
        <p:txBody>
          <a:bodyPr wrap="square" lIns="0" tIns="0" rIns="0" bIns="0" rtlCol="0" anchor="t"/>
          <a:lstStyle/>
          <a:p>
            <a:pPr algn="l" indent="0" marL="0">
              <a:lnSpc>
                <a:spcPts val="5544"/>
              </a:lnSpc>
              <a:buNone/>
            </a:pPr>
            <a:r>
              <a:rPr lang="en-US" sz="4200" b="1" dirty="0">
                <a:solidFill>
                  <a:srgbClr val="B93F2C"/>
                </a:solidFill>
                <a:latin typeface="Noto Serif SC" pitchFamily="34" charset="0"/>
                <a:ea typeface="Noto Serif SC" pitchFamily="34" charset="-122"/>
                <a:cs typeface="Noto Serif SC" pitchFamily="34" charset="-120"/>
              </a:rPr>
              <a:t>苹果</a:t>
            </a:r>
            <a:r>
              <a:rPr lang="en-US" sz="4200" dirty="0">
                <a:solidFill>
                  <a:srgbClr val="24321C"/>
                </a:solidFill>
                <a:latin typeface="Noto Serif SC" pitchFamily="34" charset="0"/>
                <a:ea typeface="Noto Serif SC" pitchFamily="34" charset="-122"/>
                <a:cs typeface="Noto Serif SC" pitchFamily="34" charset="-120"/>
              </a:rPr>
              <a:t>是我最喜欢的</a:t>
            </a:r>
            <a:r>
              <a:rPr lang="en-US" sz="4200" b="1" dirty="0">
                <a:solidFill>
                  <a:srgbClr val="B93F2C"/>
                </a:solidFill>
                <a:latin typeface="Noto Serif SC" pitchFamily="34" charset="0"/>
                <a:ea typeface="Noto Serif SC" pitchFamily="34" charset="-122"/>
                <a:cs typeface="Noto Serif SC" pitchFamily="34" charset="-120"/>
              </a:rPr>
              <a:t>水果</a:t>
            </a:r>
            <a:r>
              <a:rPr lang="en-US" sz="4200" dirty="0">
                <a:solidFill>
                  <a:srgbClr val="24321C"/>
                </a:solidFill>
                <a:latin typeface="Noto Serif SC" pitchFamily="34" charset="0"/>
                <a:ea typeface="Noto Serif SC" pitchFamily="34" charset="-122"/>
                <a:cs typeface="Noto Serif SC" pitchFamily="34" charset="-120"/>
              </a:rPr>
              <a:t>。</a:t>
            </a:r>
            <a:endParaRPr lang="en-US" sz="4200" dirty="0"/>
          </a:p>
        </p:txBody>
      </p:sp>
      <p:sp>
        <p:nvSpPr>
          <p:cNvPr id="20" name="Text 18"/>
          <p:cNvSpPr/>
          <p:nvPr/>
        </p:nvSpPr>
        <p:spPr>
          <a:xfrm>
            <a:off x="1238250" y="7590086"/>
            <a:ext cx="16224885" cy="381000"/>
          </a:xfrm>
          <a:prstGeom prst="rect">
            <a:avLst/>
          </a:prstGeom>
          <a:noFill/>
          <a:ln/>
        </p:spPr>
        <p:txBody>
          <a:bodyPr wrap="square" lIns="0" tIns="0" rIns="0" bIns="0" rtlCol="0" anchor="t"/>
          <a:lstStyle/>
          <a:p>
            <a:pPr algn="l" indent="0" marL="0">
              <a:spcBef>
                <a:spcPts val="600"/>
              </a:spcBef>
              <a:buNone/>
            </a:pPr>
            <a:r>
              <a:rPr lang="en-US" sz="2100" dirty="0">
                <a:solidFill>
                  <a:srgbClr val="4E5A42"/>
                </a:solidFill>
                <a:latin typeface="Noto Sans" pitchFamily="34" charset="0"/>
                <a:ea typeface="Noto Sans" pitchFamily="34" charset="-122"/>
                <a:cs typeface="Noto Sans" pitchFamily="34" charset="-120"/>
              </a:rPr>
              <a:t>Apples are my favourite fruit.</a:t>
            </a:r>
            <a:endParaRPr lang="en-US" sz="2100" dirty="0"/>
          </a:p>
        </p:txBody>
      </p:sp>
      <p:sp>
        <p:nvSpPr>
          <p:cNvPr id="21" name="Text 19"/>
          <p:cNvSpPr/>
          <p:nvPr/>
        </p:nvSpPr>
        <p:spPr>
          <a:xfrm>
            <a:off x="838200" y="8180636"/>
            <a:ext cx="16611600" cy="1571625"/>
          </a:xfrm>
          <a:prstGeom prst="roundRect">
            <a:avLst>
              <a:gd name="adj" fmla="val 7273"/>
            </a:avLst>
          </a:prstGeom>
          <a:solidFill>
            <a:srgbClr val="B96A12">
              <a:alpha val="14000"/>
            </a:srgbClr>
          </a:solidFill>
          <a:ln w="19050">
            <a:solidFill>
              <a:srgbClr val="B96A12"/>
            </a:solidFill>
          </a:ln>
        </p:spPr>
        <p:txBody>
          <a:bodyPr wrap="square" rtlCol="0" anchor="ctr"/>
          <a:lstStyle/>
          <a:p>
            <a:pPr indent="0" marL="0">
              <a:buNone/>
            </a:pPr>
            <a:endParaRPr lang="en-US" dirty="0"/>
          </a:p>
        </p:txBody>
      </p:sp>
      <p:sp>
        <p:nvSpPr>
          <p:cNvPr id="22" name="Text 20"/>
          <p:cNvSpPr/>
          <p:nvPr/>
        </p:nvSpPr>
        <p:spPr>
          <a:xfrm>
            <a:off x="1123950" y="8409236"/>
            <a:ext cx="16360902" cy="285750"/>
          </a:xfrm>
          <a:prstGeom prst="rect">
            <a:avLst/>
          </a:prstGeom>
          <a:noFill/>
          <a:ln/>
        </p:spPr>
        <p:txBody>
          <a:bodyPr wrap="square" lIns="0" tIns="0" rIns="0" bIns="0" rtlCol="0" anchor="t"/>
          <a:lstStyle/>
          <a:p>
            <a:pPr algn="l" indent="0" marL="0">
              <a:buNone/>
            </a:pPr>
            <a:r>
              <a:rPr lang="en-US" sz="1650" b="1" dirty="0">
                <a:solidFill>
                  <a:srgbClr val="B96A12"/>
                </a:solidFill>
                <a:latin typeface="Noto Sans" pitchFamily="34" charset="0"/>
                <a:ea typeface="Noto Sans" pitchFamily="34" charset="-122"/>
                <a:cs typeface="Noto Sans" pitchFamily="34" charset="-120"/>
              </a:rPr>
              <a:t>LOOK AT 果</a:t>
            </a:r>
            <a:endParaRPr lang="en-US" sz="1650" dirty="0"/>
          </a:p>
        </p:txBody>
      </p:sp>
      <p:sp>
        <p:nvSpPr>
          <p:cNvPr id="23" name="Text 21"/>
          <p:cNvSpPr/>
          <p:nvPr/>
        </p:nvSpPr>
        <p:spPr>
          <a:xfrm>
            <a:off x="1123950" y="8694986"/>
            <a:ext cx="16360902" cy="828675"/>
          </a:xfrm>
          <a:prstGeom prst="rect">
            <a:avLst/>
          </a:prstGeom>
          <a:noFill/>
          <a:ln/>
        </p:spPr>
        <p:txBody>
          <a:bodyPr wrap="square" lIns="0" tIns="0" rIns="0" bIns="0" rtlCol="0" anchor="t"/>
          <a:lstStyle/>
          <a:p>
            <a:pPr algn="l" indent="0" marL="0">
              <a:lnSpc>
                <a:spcPts val="3263"/>
              </a:lnSpc>
              <a:buNone/>
            </a:pPr>
            <a:r>
              <a:rPr lang="en-US" sz="2250" dirty="0">
                <a:solidFill>
                  <a:srgbClr val="24321C"/>
                </a:solidFill>
                <a:latin typeface="Noto Sans" pitchFamily="34" charset="0"/>
                <a:ea typeface="Noto Sans" pitchFamily="34" charset="-122"/>
                <a:cs typeface="Noto Sans" pitchFamily="34" charset="-120"/>
              </a:rPr>
              <a:t>You wrote 果 as a simple character last lesson. It is the same character doing the same job inside both of today's words.</a:t>
            </a:r>
            <a:endParaRPr lang="en-US" sz="2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8288000" cy="8096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804862"/>
            <a:ext cx="18288000" cy="0"/>
          </a:xfrm>
          <a:prstGeom prst="line">
            <a:avLst/>
          </a:prstGeom>
          <a:noFill/>
          <a:ln w="9525">
            <a:solidFill>
              <a:srgbClr val="E1DBC0"/>
            </a:solidFill>
            <a:prstDash val="solid"/>
          </a:ln>
        </p:spPr>
      </p:sp>
      <p:sp>
        <p:nvSpPr>
          <p:cNvPr id="4" name="Text 2"/>
          <p:cNvSpPr/>
          <p:nvPr/>
        </p:nvSpPr>
        <p:spPr>
          <a:xfrm>
            <a:off x="762000" y="0"/>
            <a:ext cx="16764000" cy="47625"/>
          </a:xfrm>
          <a:prstGeom prst="rect">
            <a:avLst/>
          </a:prstGeom>
          <a:solidFill>
            <a:srgbClr val="4C7A2C"/>
          </a:solidFill>
          <a:ln/>
        </p:spPr>
        <p:txBody>
          <a:bodyPr wrap="square" rtlCol="0" anchor="ctr"/>
          <a:lstStyle/>
          <a:p>
            <a:pPr indent="0" marL="0">
              <a:buNone/>
            </a:pPr>
            <a:endParaRPr lang="en-US" dirty="0"/>
          </a:p>
        </p:txBody>
      </p:sp>
      <p:sp>
        <p:nvSpPr>
          <p:cNvPr id="5" name="Text 3"/>
          <p:cNvSpPr/>
          <p:nvPr/>
        </p:nvSpPr>
        <p:spPr>
          <a:xfrm>
            <a:off x="838200" y="2617143"/>
            <a:ext cx="16943832" cy="314325"/>
          </a:xfrm>
          <a:prstGeom prst="rect">
            <a:avLst/>
          </a:prstGeom>
          <a:noFill/>
          <a:ln/>
        </p:spPr>
        <p:txBody>
          <a:bodyPr wrap="square" lIns="0" tIns="0" rIns="0" bIns="0" rtlCol="0" anchor="t"/>
          <a:lstStyle/>
          <a:p>
            <a:pPr algn="l" indent="0" marL="0">
              <a:spcAft>
                <a:spcPts val="1350"/>
              </a:spcAft>
              <a:buNone/>
            </a:pPr>
            <a:r>
              <a:rPr lang="en-US" sz="1800" b="1" dirty="0">
                <a:solidFill>
                  <a:srgbClr val="4C7A2C"/>
                </a:solidFill>
                <a:latin typeface="Noto Sans" pitchFamily="34" charset="0"/>
                <a:ea typeface="Noto Sans" pitchFamily="34" charset="-122"/>
                <a:cs typeface="Noto Sans" pitchFamily="34" charset="-120"/>
              </a:rPr>
              <a:t>写一句 · WRITE YOUR OWN</a:t>
            </a:r>
            <a:endParaRPr lang="en-US" sz="1800" dirty="0"/>
          </a:p>
        </p:txBody>
      </p:sp>
      <p:sp>
        <p:nvSpPr>
          <p:cNvPr id="6" name="Text 4"/>
          <p:cNvSpPr/>
          <p:nvPr/>
        </p:nvSpPr>
        <p:spPr>
          <a:xfrm>
            <a:off x="838200" y="3102918"/>
            <a:ext cx="16611600" cy="3322141"/>
          </a:xfrm>
          <a:prstGeom prst="roundRect">
            <a:avLst>
              <a:gd name="adj" fmla="val 5734"/>
            </a:avLst>
          </a:prstGeom>
          <a:solidFill>
            <a:srgbClr val="E8E2C8"/>
          </a:solidFill>
          <a:ln w="28575">
            <a:solidFill>
              <a:srgbClr val="B96A12"/>
            </a:solidFill>
          </a:ln>
        </p:spPr>
        <p:txBody>
          <a:bodyPr wrap="square" rtlCol="0" anchor="ctr"/>
          <a:lstStyle/>
          <a:p>
            <a:pPr indent="0" marL="0">
              <a:buNone/>
            </a:pPr>
            <a:endParaRPr lang="en-US" dirty="0"/>
          </a:p>
        </p:txBody>
      </p:sp>
      <p:sp>
        <p:nvSpPr>
          <p:cNvPr id="7" name="Text 5"/>
          <p:cNvSpPr/>
          <p:nvPr/>
        </p:nvSpPr>
        <p:spPr>
          <a:xfrm>
            <a:off x="1304925" y="3474393"/>
            <a:ext cx="15991713" cy="1003846"/>
          </a:xfrm>
          <a:prstGeom prst="rect">
            <a:avLst/>
          </a:prstGeom>
          <a:noFill/>
          <a:ln/>
        </p:spPr>
        <p:txBody>
          <a:bodyPr wrap="square" lIns="0" tIns="0" rIns="0" bIns="0" rtlCol="0" anchor="t"/>
          <a:lstStyle/>
          <a:p>
            <a:pPr algn="l" indent="0" marL="0">
              <a:lnSpc>
                <a:spcPts val="7905"/>
              </a:lnSpc>
              <a:buNone/>
            </a:pPr>
            <a:r>
              <a:rPr lang="en-US" sz="4650" b="1" dirty="0">
                <a:solidFill>
                  <a:srgbClr val="24321C"/>
                </a:solidFill>
                <a:latin typeface="Noto Serif SC" pitchFamily="34" charset="0"/>
                <a:ea typeface="Noto Serif SC" pitchFamily="34" charset="-122"/>
                <a:cs typeface="Noto Serif SC" pitchFamily="34" charset="-120"/>
              </a:rPr>
              <a:t>我 ______ 喜欢吃苹果。</a:t>
            </a:r>
            <a:endParaRPr lang="en-US" sz="4650" dirty="0"/>
          </a:p>
        </p:txBody>
      </p:sp>
      <p:sp>
        <p:nvSpPr>
          <p:cNvPr id="8" name="Text 6"/>
          <p:cNvSpPr/>
          <p:nvPr/>
        </p:nvSpPr>
        <p:spPr>
          <a:xfrm>
            <a:off x="1304925" y="4478238"/>
            <a:ext cx="15991713" cy="1003846"/>
          </a:xfrm>
          <a:prstGeom prst="rect">
            <a:avLst/>
          </a:prstGeom>
          <a:noFill/>
          <a:ln/>
        </p:spPr>
        <p:txBody>
          <a:bodyPr wrap="square" lIns="0" tIns="0" rIns="0" bIns="0" rtlCol="0" anchor="t"/>
          <a:lstStyle/>
          <a:p>
            <a:pPr algn="l" indent="0" marL="0">
              <a:lnSpc>
                <a:spcPts val="7905"/>
              </a:lnSpc>
              <a:buNone/>
            </a:pPr>
            <a:r>
              <a:rPr lang="en-US" sz="4650" b="1" dirty="0">
                <a:solidFill>
                  <a:srgbClr val="24321C"/>
                </a:solidFill>
                <a:latin typeface="Noto Serif SC" pitchFamily="34" charset="0"/>
                <a:ea typeface="Noto Serif SC" pitchFamily="34" charset="-122"/>
                <a:cs typeface="Noto Serif SC" pitchFamily="34" charset="-120"/>
              </a:rPr>
              <a:t>我每天 ______ 吃水果。</a:t>
            </a:r>
            <a:endParaRPr lang="en-US" sz="4650" dirty="0"/>
          </a:p>
        </p:txBody>
      </p:sp>
      <p:sp>
        <p:nvSpPr>
          <p:cNvPr id="9" name="Text 7"/>
          <p:cNvSpPr/>
          <p:nvPr/>
        </p:nvSpPr>
        <p:spPr>
          <a:xfrm>
            <a:off x="1304925" y="5653534"/>
            <a:ext cx="15991713" cy="400050"/>
          </a:xfrm>
          <a:prstGeom prst="rect">
            <a:avLst/>
          </a:prstGeom>
          <a:noFill/>
          <a:ln/>
        </p:spPr>
        <p:txBody>
          <a:bodyPr wrap="square" lIns="0" tIns="0" rIns="0" bIns="0" rtlCol="0" anchor="t"/>
          <a:lstStyle/>
          <a:p>
            <a:pPr algn="l" indent="0" marL="0">
              <a:spcBef>
                <a:spcPts val="1350"/>
              </a:spcBef>
              <a:buNone/>
            </a:pPr>
            <a:r>
              <a:rPr lang="en-US" sz="2250" dirty="0">
                <a:solidFill>
                  <a:srgbClr val="4E5A42"/>
                </a:solidFill>
                <a:latin typeface="Noto Sans" pitchFamily="34" charset="0"/>
                <a:ea typeface="Noto Sans" pitchFamily="34" charset="-122"/>
                <a:cs typeface="Noto Sans" pitchFamily="34" charset="-120"/>
              </a:rPr>
              <a:t>60 seconds. Mini whiteboards.</a:t>
            </a:r>
            <a:endParaRPr lang="en-US" sz="2250" dirty="0"/>
          </a:p>
        </p:txBody>
      </p:sp>
      <p:sp>
        <p:nvSpPr>
          <p:cNvPr id="10" name="Text 8"/>
          <p:cNvSpPr/>
          <p:nvPr/>
        </p:nvSpPr>
        <p:spPr>
          <a:xfrm>
            <a:off x="838200" y="6615559"/>
            <a:ext cx="16611600" cy="1778198"/>
          </a:xfrm>
          <a:prstGeom prst="roundRect">
            <a:avLst>
              <a:gd name="adj" fmla="val 6428"/>
            </a:avLst>
          </a:prstGeom>
          <a:solidFill>
            <a:srgbClr val="4C7A2C">
              <a:alpha val="12000"/>
            </a:srgbClr>
          </a:solidFill>
          <a:ln w="28575">
            <a:solidFill>
              <a:srgbClr val="4C7A2C"/>
            </a:solidFill>
          </a:ln>
        </p:spPr>
        <p:txBody>
          <a:bodyPr wrap="square" rtlCol="0" anchor="ctr"/>
          <a:lstStyle/>
          <a:p>
            <a:pPr indent="0" marL="0">
              <a:buNone/>
            </a:pPr>
            <a:endParaRPr lang="en-US" dirty="0"/>
          </a:p>
        </p:txBody>
      </p:sp>
      <p:sp>
        <p:nvSpPr>
          <p:cNvPr id="11" name="Text 9"/>
          <p:cNvSpPr/>
          <p:nvPr/>
        </p:nvSpPr>
        <p:spPr>
          <a:xfrm>
            <a:off x="1152525" y="6853684"/>
            <a:ext cx="16302609" cy="285750"/>
          </a:xfrm>
          <a:prstGeom prst="rect">
            <a:avLst/>
          </a:prstGeom>
          <a:noFill/>
          <a:ln/>
        </p:spPr>
        <p:txBody>
          <a:bodyPr wrap="square" lIns="0" tIns="0" rIns="0" bIns="0" rtlCol="0" anchor="t"/>
          <a:lstStyle/>
          <a:p>
            <a:pPr algn="l" indent="0" marL="0">
              <a:spcAft>
                <a:spcPts val="750"/>
              </a:spcAft>
              <a:buNone/>
            </a:pPr>
            <a:r>
              <a:rPr lang="en-US" sz="1650" b="1" dirty="0">
                <a:solidFill>
                  <a:srgbClr val="4C7A2C"/>
                </a:solidFill>
                <a:latin typeface="Noto Sans" pitchFamily="34" charset="0"/>
                <a:ea typeface="Noto Sans" pitchFamily="34" charset="-122"/>
                <a:cs typeface="Noto Sans" pitchFamily="34" charset="-120"/>
              </a:rPr>
              <a:t>EXTENSION · 加油题</a:t>
            </a:r>
            <a:endParaRPr lang="en-US" sz="1650" dirty="0"/>
          </a:p>
        </p:txBody>
      </p:sp>
      <p:sp>
        <p:nvSpPr>
          <p:cNvPr id="12" name="Text 10"/>
          <p:cNvSpPr/>
          <p:nvPr/>
        </p:nvSpPr>
        <p:spPr>
          <a:xfrm>
            <a:off x="1152525" y="7234684"/>
            <a:ext cx="16302609" cy="414338"/>
          </a:xfrm>
          <a:prstGeom prst="rect">
            <a:avLst/>
          </a:prstGeom>
          <a:noFill/>
          <a:ln/>
        </p:spPr>
        <p:txBody>
          <a:bodyPr wrap="square" lIns="0" tIns="0" rIns="0" bIns="0" rtlCol="0" anchor="t"/>
          <a:lstStyle/>
          <a:p>
            <a:pPr algn="l" indent="0" marL="0">
              <a:lnSpc>
                <a:spcPts val="3263"/>
              </a:lnSpc>
              <a:buNone/>
            </a:pPr>
            <a:r>
              <a:rPr lang="en-US" sz="2250" dirty="0">
                <a:solidFill>
                  <a:srgbClr val="24321C"/>
                </a:solidFill>
                <a:latin typeface="Noto Sans" pitchFamily="34" charset="0"/>
                <a:ea typeface="Noto Sans" pitchFamily="34" charset="-122"/>
                <a:cs typeface="Noto Sans" pitchFamily="34" charset="-120"/>
              </a:rPr>
              <a:t>Two clauses joined with 可是 — then say which fruit you </a:t>
            </a:r>
            <a:r>
              <a:rPr lang="en-US" sz="2250" b="1" dirty="0">
                <a:solidFill>
                  <a:srgbClr val="4C7A2C"/>
                </a:solidFill>
                <a:latin typeface="Noto Sans" pitchFamily="34" charset="0"/>
                <a:ea typeface="Noto Sans" pitchFamily="34" charset="-122"/>
                <a:cs typeface="Noto Sans" pitchFamily="34" charset="-120"/>
              </a:rPr>
              <a:t>do</a:t>
            </a:r>
            <a:r>
              <a:rPr lang="en-US" sz="2250" dirty="0">
                <a:solidFill>
                  <a:srgbClr val="24321C"/>
                </a:solidFill>
                <a:latin typeface="Noto Sans" pitchFamily="34" charset="0"/>
                <a:ea typeface="Noto Sans" pitchFamily="34" charset="-122"/>
                <a:cs typeface="Noto Sans" pitchFamily="34" charset="-120"/>
              </a:rPr>
              <a:t> like, in the same sentence.</a:t>
            </a:r>
            <a:endParaRPr lang="en-US" sz="2250" dirty="0"/>
          </a:p>
        </p:txBody>
      </p:sp>
      <p:sp>
        <p:nvSpPr>
          <p:cNvPr id="13" name="Text 11"/>
          <p:cNvSpPr/>
          <p:nvPr/>
        </p:nvSpPr>
        <p:spPr>
          <a:xfrm>
            <a:off x="1152525" y="7649021"/>
            <a:ext cx="16302609" cy="506611"/>
          </a:xfrm>
          <a:prstGeom prst="rect">
            <a:avLst/>
          </a:prstGeom>
          <a:noFill/>
          <a:ln/>
        </p:spPr>
        <p:txBody>
          <a:bodyPr wrap="square" lIns="0" tIns="0" rIns="0" bIns="0" rtlCol="0" anchor="t"/>
          <a:lstStyle/>
          <a:p>
            <a:pPr algn="l" indent="0" marL="0">
              <a:lnSpc>
                <a:spcPts val="3990"/>
              </a:lnSpc>
              <a:buNone/>
            </a:pPr>
            <a:r>
              <a:rPr lang="en-US" sz="2850" b="1" dirty="0">
                <a:solidFill>
                  <a:srgbClr val="24321C"/>
                </a:solidFill>
                <a:latin typeface="Noto Serif SC" pitchFamily="34" charset="0"/>
                <a:ea typeface="Noto Serif SC" pitchFamily="34" charset="-122"/>
                <a:cs typeface="Noto Serif SC" pitchFamily="34" charset="-120"/>
              </a:rPr>
              <a:t>我每天都吃水果，可是我不太喜欢吃苹果。</a:t>
            </a:r>
            <a:endParaRPr lang="en-US" sz="2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8288000" cy="8096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804862"/>
            <a:ext cx="18288000" cy="0"/>
          </a:xfrm>
          <a:prstGeom prst="line">
            <a:avLst/>
          </a:prstGeom>
          <a:noFill/>
          <a:ln w="9525">
            <a:solidFill>
              <a:srgbClr val="E1DBC0"/>
            </a:solidFill>
            <a:prstDash val="solid"/>
          </a:ln>
        </p:spPr>
      </p:sp>
      <p:sp>
        <p:nvSpPr>
          <p:cNvPr id="4" name="Text 2"/>
          <p:cNvSpPr/>
          <p:nvPr/>
        </p:nvSpPr>
        <p:spPr>
          <a:xfrm>
            <a:off x="762000" y="0"/>
            <a:ext cx="16764000" cy="47625"/>
          </a:xfrm>
          <a:prstGeom prst="rect">
            <a:avLst/>
          </a:prstGeom>
          <a:solidFill>
            <a:srgbClr val="4C7A2C"/>
          </a:solidFill>
          <a:ln/>
        </p:spPr>
        <p:txBody>
          <a:bodyPr wrap="square" rtlCol="0" anchor="ctr"/>
          <a:lstStyle/>
          <a:p>
            <a:pPr indent="0" marL="0">
              <a:buNone/>
            </a:pPr>
            <a:endParaRPr lang="en-US" dirty="0"/>
          </a:p>
        </p:txBody>
      </p:sp>
      <p:sp>
        <p:nvSpPr>
          <p:cNvPr id="5" name="Text 3"/>
          <p:cNvSpPr/>
          <p:nvPr/>
        </p:nvSpPr>
        <p:spPr>
          <a:xfrm>
            <a:off x="838200" y="2270820"/>
            <a:ext cx="16943832" cy="314325"/>
          </a:xfrm>
          <a:prstGeom prst="rect">
            <a:avLst/>
          </a:prstGeom>
          <a:noFill/>
          <a:ln/>
        </p:spPr>
        <p:txBody>
          <a:bodyPr wrap="square" lIns="0" tIns="0" rIns="0" bIns="0" rtlCol="0" anchor="t"/>
          <a:lstStyle/>
          <a:p>
            <a:pPr algn="l" indent="0" marL="0">
              <a:spcAft>
                <a:spcPts val="1350"/>
              </a:spcAft>
              <a:buNone/>
            </a:pPr>
            <a:r>
              <a:rPr lang="en-US" sz="1800" b="1" dirty="0">
                <a:solidFill>
                  <a:srgbClr val="4C7A2C"/>
                </a:solidFill>
                <a:latin typeface="Noto Sans" pitchFamily="34" charset="0"/>
                <a:ea typeface="Noto Sans" pitchFamily="34" charset="-122"/>
                <a:cs typeface="Noto Sans" pitchFamily="34" charset="-120"/>
              </a:rPr>
              <a:t>NEW WORDS · 跟我读两遍 · REPEAT AFTER ME, TWICE</a:t>
            </a:r>
            <a:endParaRPr lang="en-US" sz="1800" dirty="0"/>
          </a:p>
        </p:txBody>
      </p:sp>
      <p:sp>
        <p:nvSpPr>
          <p:cNvPr id="6" name="Text 4"/>
          <p:cNvSpPr/>
          <p:nvPr/>
        </p:nvSpPr>
        <p:spPr>
          <a:xfrm>
            <a:off x="838200" y="2756595"/>
            <a:ext cx="8001000" cy="5983486"/>
          </a:xfrm>
          <a:prstGeom prst="roundRect">
            <a:avLst>
              <a:gd name="adj" fmla="val 3184"/>
            </a:avLst>
          </a:prstGeom>
          <a:solidFill>
            <a:srgbClr val="F2EFDE"/>
          </a:solidFill>
          <a:ln w="19050">
            <a:solidFill>
              <a:srgbClr val="E1DBC0"/>
            </a:solidFill>
          </a:ln>
        </p:spPr>
        <p:txBody>
          <a:bodyPr wrap="square" rtlCol="0" anchor="ctr"/>
          <a:lstStyle/>
          <a:p>
            <a:pPr indent="0" marL="0">
              <a:buNone/>
            </a:pPr>
            <a:endParaRPr lang="en-US" dirty="0"/>
          </a:p>
        </p:txBody>
      </p:sp>
      <p:pic>
        <p:nvPicPr>
          <p:cNvPr id="7" name="Image 0" descr="/Users/luojiahai/code/deck/index/designs/y8-l10/img/xiangjia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648075" y="3194745"/>
            <a:ext cx="2381250" cy="2381250"/>
          </a:xfrm>
          <a:prstGeom prst="rect">
            <a:avLst/>
          </a:prstGeom>
        </p:spPr>
      </p:pic>
      <p:sp>
        <p:nvSpPr>
          <p:cNvPr id="8" name="Text 5"/>
          <p:cNvSpPr/>
          <p:nvPr/>
        </p:nvSpPr>
        <p:spPr>
          <a:xfrm>
            <a:off x="3905994" y="5709345"/>
            <a:ext cx="1902568" cy="590550"/>
          </a:xfrm>
          <a:prstGeom prst="rect">
            <a:avLst/>
          </a:prstGeom>
          <a:noFill/>
          <a:ln/>
        </p:spPr>
        <p:txBody>
          <a:bodyPr wrap="square" lIns="0" tIns="0" rIns="0" bIns="0" rtlCol="0" anchor="t"/>
          <a:lstStyle/>
          <a:p>
            <a:pPr algn="l" indent="0" marL="0">
              <a:buNone/>
            </a:pPr>
            <a:r>
              <a:rPr lang="en-US" sz="3300" dirty="0">
                <a:solidFill>
                  <a:srgbClr val="4C7A2C"/>
                </a:solidFill>
                <a:latin typeface="Noto Sans" pitchFamily="34" charset="0"/>
                <a:ea typeface="Noto Sans" pitchFamily="34" charset="-122"/>
                <a:cs typeface="Noto Sans" pitchFamily="34" charset="-120"/>
              </a:rPr>
              <a:t>xiāngjiāo</a:t>
            </a:r>
            <a:endParaRPr lang="en-US" sz="3300" dirty="0"/>
          </a:p>
        </p:txBody>
      </p:sp>
      <p:sp>
        <p:nvSpPr>
          <p:cNvPr id="9" name="Text 6"/>
          <p:cNvSpPr/>
          <p:nvPr/>
        </p:nvSpPr>
        <p:spPr>
          <a:xfrm>
            <a:off x="3657600" y="6433245"/>
            <a:ext cx="2409444" cy="1240036"/>
          </a:xfrm>
          <a:prstGeom prst="rect">
            <a:avLst/>
          </a:prstGeom>
          <a:noFill/>
          <a:ln/>
        </p:spPr>
        <p:txBody>
          <a:bodyPr wrap="square" lIns="0" tIns="0" rIns="0" bIns="0" rtlCol="0" anchor="t"/>
          <a:lstStyle/>
          <a:p>
            <a:pPr algn="l" indent="0" marL="0">
              <a:lnSpc>
                <a:spcPts val="9765"/>
              </a:lnSpc>
              <a:buNone/>
            </a:pPr>
            <a:r>
              <a:rPr lang="en-US" sz="9300" b="1" dirty="0">
                <a:solidFill>
                  <a:srgbClr val="24321C"/>
                </a:solidFill>
                <a:latin typeface="Noto Serif SC" pitchFamily="34" charset="0"/>
                <a:ea typeface="Noto Serif SC" pitchFamily="34" charset="-122"/>
                <a:cs typeface="Noto Serif SC" pitchFamily="34" charset="-120"/>
              </a:rPr>
              <a:t>香蕉</a:t>
            </a:r>
            <a:endParaRPr lang="en-US" sz="9300" dirty="0"/>
          </a:p>
        </p:txBody>
      </p:sp>
      <p:sp>
        <p:nvSpPr>
          <p:cNvPr id="10" name="Text 7"/>
          <p:cNvSpPr/>
          <p:nvPr/>
        </p:nvSpPr>
        <p:spPr>
          <a:xfrm>
            <a:off x="4282083" y="7806630"/>
            <a:ext cx="1135347" cy="457200"/>
          </a:xfrm>
          <a:prstGeom prst="rect">
            <a:avLst/>
          </a:prstGeom>
          <a:noFill/>
          <a:ln/>
        </p:spPr>
        <p:txBody>
          <a:bodyPr wrap="square" lIns="0" tIns="0" rIns="0" bIns="0" rtlCol="0" anchor="t"/>
          <a:lstStyle/>
          <a:p>
            <a:pPr algn="l" indent="0" marL="0">
              <a:buNone/>
            </a:pPr>
            <a:r>
              <a:rPr lang="en-US" sz="2550" dirty="0">
                <a:solidFill>
                  <a:srgbClr val="4E5A42"/>
                </a:solidFill>
                <a:latin typeface="Noto Sans" pitchFamily="34" charset="0"/>
                <a:ea typeface="Noto Sans" pitchFamily="34" charset="-122"/>
                <a:cs typeface="Noto Sans" pitchFamily="34" charset="-120"/>
              </a:rPr>
              <a:t>banana</a:t>
            </a:r>
            <a:endParaRPr lang="en-US" sz="2550" dirty="0"/>
          </a:p>
        </p:txBody>
      </p:sp>
      <p:sp>
        <p:nvSpPr>
          <p:cNvPr id="11" name="Text 8"/>
          <p:cNvSpPr/>
          <p:nvPr/>
        </p:nvSpPr>
        <p:spPr>
          <a:xfrm>
            <a:off x="9448800" y="2756595"/>
            <a:ext cx="8001000" cy="5983486"/>
          </a:xfrm>
          <a:prstGeom prst="roundRect">
            <a:avLst>
              <a:gd name="adj" fmla="val 3184"/>
            </a:avLst>
          </a:prstGeom>
          <a:solidFill>
            <a:srgbClr val="F2EFDE"/>
          </a:solidFill>
          <a:ln w="19050">
            <a:solidFill>
              <a:srgbClr val="E1DBC0"/>
            </a:solidFill>
          </a:ln>
        </p:spPr>
        <p:txBody>
          <a:bodyPr wrap="square" rtlCol="0" anchor="ctr"/>
          <a:lstStyle/>
          <a:p>
            <a:pPr indent="0" marL="0">
              <a:buNone/>
            </a:pPr>
            <a:endParaRPr lang="en-US" dirty="0"/>
          </a:p>
        </p:txBody>
      </p:sp>
      <p:pic>
        <p:nvPicPr>
          <p:cNvPr id="12" name="Image 1" descr="/Users/luojiahai/code/deck/index/designs/y8-l10/img/juzi.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258675" y="3194745"/>
            <a:ext cx="2381250" cy="2381250"/>
          </a:xfrm>
          <a:prstGeom prst="rect">
            <a:avLst/>
          </a:prstGeom>
        </p:spPr>
      </p:pic>
      <p:sp>
        <p:nvSpPr>
          <p:cNvPr id="13" name="Text 9"/>
          <p:cNvSpPr/>
          <p:nvPr/>
        </p:nvSpPr>
        <p:spPr>
          <a:xfrm>
            <a:off x="13081397" y="5709345"/>
            <a:ext cx="750371" cy="590550"/>
          </a:xfrm>
          <a:prstGeom prst="rect">
            <a:avLst/>
          </a:prstGeom>
          <a:noFill/>
          <a:ln/>
        </p:spPr>
        <p:txBody>
          <a:bodyPr wrap="square" lIns="0" tIns="0" rIns="0" bIns="0" rtlCol="0" anchor="t"/>
          <a:lstStyle/>
          <a:p>
            <a:pPr algn="l" indent="0" marL="0">
              <a:buNone/>
            </a:pPr>
            <a:r>
              <a:rPr lang="en-US" sz="3300" dirty="0">
                <a:solidFill>
                  <a:srgbClr val="4C7A2C"/>
                </a:solidFill>
                <a:latin typeface="Noto Sans" pitchFamily="34" charset="0"/>
                <a:ea typeface="Noto Sans" pitchFamily="34" charset="-122"/>
                <a:cs typeface="Noto Sans" pitchFamily="34" charset="-120"/>
              </a:rPr>
              <a:t>júzi</a:t>
            </a:r>
            <a:endParaRPr lang="en-US" sz="3300" dirty="0"/>
          </a:p>
        </p:txBody>
      </p:sp>
      <p:sp>
        <p:nvSpPr>
          <p:cNvPr id="14" name="Text 10"/>
          <p:cNvSpPr/>
          <p:nvPr/>
        </p:nvSpPr>
        <p:spPr>
          <a:xfrm>
            <a:off x="12268200" y="6433245"/>
            <a:ext cx="2409444" cy="1240036"/>
          </a:xfrm>
          <a:prstGeom prst="rect">
            <a:avLst/>
          </a:prstGeom>
          <a:noFill/>
          <a:ln/>
        </p:spPr>
        <p:txBody>
          <a:bodyPr wrap="square" lIns="0" tIns="0" rIns="0" bIns="0" rtlCol="0" anchor="t"/>
          <a:lstStyle/>
          <a:p>
            <a:pPr algn="l" indent="0" marL="0">
              <a:lnSpc>
                <a:spcPts val="9765"/>
              </a:lnSpc>
              <a:buNone/>
            </a:pPr>
            <a:r>
              <a:rPr lang="en-US" sz="9300" b="1" dirty="0">
                <a:solidFill>
                  <a:srgbClr val="24321C"/>
                </a:solidFill>
                <a:latin typeface="Noto Serif SC" pitchFamily="34" charset="0"/>
                <a:ea typeface="Noto Serif SC" pitchFamily="34" charset="-122"/>
                <a:cs typeface="Noto Serif SC" pitchFamily="34" charset="-120"/>
              </a:rPr>
              <a:t>橘子</a:t>
            </a:r>
            <a:endParaRPr lang="en-US" sz="9300" dirty="0"/>
          </a:p>
        </p:txBody>
      </p:sp>
      <p:sp>
        <p:nvSpPr>
          <p:cNvPr id="15" name="Text 11"/>
          <p:cNvSpPr/>
          <p:nvPr/>
        </p:nvSpPr>
        <p:spPr>
          <a:xfrm>
            <a:off x="12730907" y="7806630"/>
            <a:ext cx="1465522" cy="457200"/>
          </a:xfrm>
          <a:prstGeom prst="rect">
            <a:avLst/>
          </a:prstGeom>
          <a:noFill/>
          <a:ln/>
        </p:spPr>
        <p:txBody>
          <a:bodyPr wrap="square" lIns="0" tIns="0" rIns="0" bIns="0" rtlCol="0" anchor="t"/>
          <a:lstStyle/>
          <a:p>
            <a:pPr algn="l" indent="0" marL="0">
              <a:buNone/>
            </a:pPr>
            <a:r>
              <a:rPr lang="en-US" sz="2550" dirty="0">
                <a:solidFill>
                  <a:srgbClr val="4E5A42"/>
                </a:solidFill>
                <a:latin typeface="Noto Sans" pitchFamily="34" charset="0"/>
                <a:ea typeface="Noto Sans" pitchFamily="34" charset="-122"/>
                <a:cs typeface="Noto Sans" pitchFamily="34" charset="-120"/>
              </a:rPr>
              <a:t>tangerine</a:t>
            </a:r>
            <a:endParaRPr lang="en-US" sz="2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8288000" cy="8096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804862"/>
            <a:ext cx="18288000" cy="0"/>
          </a:xfrm>
          <a:prstGeom prst="line">
            <a:avLst/>
          </a:prstGeom>
          <a:noFill/>
          <a:ln w="9525">
            <a:solidFill>
              <a:srgbClr val="E1DBC0"/>
            </a:solidFill>
            <a:prstDash val="solid"/>
          </a:ln>
        </p:spPr>
      </p:sp>
      <p:sp>
        <p:nvSpPr>
          <p:cNvPr id="4" name="Text 2"/>
          <p:cNvSpPr/>
          <p:nvPr/>
        </p:nvSpPr>
        <p:spPr>
          <a:xfrm>
            <a:off x="762000" y="0"/>
            <a:ext cx="16764000" cy="47625"/>
          </a:xfrm>
          <a:prstGeom prst="rect">
            <a:avLst/>
          </a:prstGeom>
          <a:solidFill>
            <a:srgbClr val="4C7A2C"/>
          </a:solidFill>
          <a:ln/>
        </p:spPr>
        <p:txBody>
          <a:bodyPr wrap="square" rtlCol="0" anchor="ctr"/>
          <a:lstStyle/>
          <a:p>
            <a:pPr indent="0" marL="0">
              <a:buNone/>
            </a:pPr>
            <a:endParaRPr lang="en-US" dirty="0"/>
          </a:p>
        </p:txBody>
      </p:sp>
      <p:sp>
        <p:nvSpPr>
          <p:cNvPr id="5" name="Text 3"/>
          <p:cNvSpPr/>
          <p:nvPr/>
        </p:nvSpPr>
        <p:spPr>
          <a:xfrm>
            <a:off x="838200" y="2044452"/>
            <a:ext cx="16943832" cy="314325"/>
          </a:xfrm>
          <a:prstGeom prst="rect">
            <a:avLst/>
          </a:prstGeom>
          <a:noFill/>
          <a:ln/>
        </p:spPr>
        <p:txBody>
          <a:bodyPr wrap="square" lIns="0" tIns="0" rIns="0" bIns="0" rtlCol="0" anchor="t"/>
          <a:lstStyle/>
          <a:p>
            <a:pPr algn="l" indent="0" marL="0">
              <a:spcAft>
                <a:spcPts val="1350"/>
              </a:spcAft>
              <a:buNone/>
            </a:pPr>
            <a:r>
              <a:rPr lang="en-US" sz="1800" b="1" dirty="0">
                <a:solidFill>
                  <a:srgbClr val="4C7A2C"/>
                </a:solidFill>
                <a:latin typeface="Noto Sans" pitchFamily="34" charset="0"/>
                <a:ea typeface="Noto Sans" pitchFamily="34" charset="-122"/>
                <a:cs typeface="Noto Sans" pitchFamily="34" charset="-120"/>
              </a:rPr>
              <a:t>例句 · SEE THEM USED</a:t>
            </a:r>
            <a:endParaRPr lang="en-US" sz="1800" dirty="0"/>
          </a:p>
        </p:txBody>
      </p:sp>
      <p:sp>
        <p:nvSpPr>
          <p:cNvPr id="6" name="Text 4"/>
          <p:cNvSpPr/>
          <p:nvPr/>
        </p:nvSpPr>
        <p:spPr>
          <a:xfrm>
            <a:off x="838200" y="2530227"/>
            <a:ext cx="16611600" cy="2018407"/>
          </a:xfrm>
          <a:prstGeom prst="rect">
            <a:avLst/>
          </a:prstGeom>
          <a:solidFill>
            <a:srgbClr val="F2EFDE"/>
          </a:solidFill>
          <a:ln/>
        </p:spPr>
        <p:txBody>
          <a:bodyPr wrap="square" rtlCol="0" anchor="ctr"/>
          <a:lstStyle/>
          <a:p>
            <a:pPr indent="0" marL="0">
              <a:buNone/>
            </a:pPr>
            <a:endParaRPr lang="en-US" dirty="0"/>
          </a:p>
        </p:txBody>
      </p:sp>
      <p:sp>
        <p:nvSpPr>
          <p:cNvPr id="7" name="Shape 5"/>
          <p:cNvSpPr/>
          <p:nvPr/>
        </p:nvSpPr>
        <p:spPr>
          <a:xfrm>
            <a:off x="885825" y="2530227"/>
            <a:ext cx="0" cy="2018407"/>
          </a:xfrm>
          <a:prstGeom prst="line">
            <a:avLst/>
          </a:prstGeom>
          <a:noFill/>
          <a:ln w="95250">
            <a:solidFill>
              <a:srgbClr val="4C7A2C"/>
            </a:solidFill>
            <a:prstDash val="solid"/>
          </a:ln>
        </p:spPr>
      </p:sp>
      <p:sp>
        <p:nvSpPr>
          <p:cNvPr id="8" name="Text 6"/>
          <p:cNvSpPr/>
          <p:nvPr/>
        </p:nvSpPr>
        <p:spPr>
          <a:xfrm>
            <a:off x="1238250" y="2720727"/>
            <a:ext cx="16224885" cy="400050"/>
          </a:xfrm>
          <a:prstGeom prst="rect">
            <a:avLst/>
          </a:prstGeom>
          <a:noFill/>
          <a:ln/>
        </p:spPr>
        <p:txBody>
          <a:bodyPr wrap="square" lIns="0" tIns="0" rIns="0" bIns="0" rtlCol="0" anchor="t"/>
          <a:lstStyle/>
          <a:p>
            <a:pPr algn="l" indent="0" marL="0">
              <a:spcAft>
                <a:spcPts val="450"/>
              </a:spcAft>
              <a:buNone/>
            </a:pPr>
            <a:r>
              <a:rPr lang="en-US" sz="2250" dirty="0">
                <a:solidFill>
                  <a:srgbClr val="4C7A2C"/>
                </a:solidFill>
                <a:latin typeface="Noto Sans" pitchFamily="34" charset="0"/>
                <a:ea typeface="Noto Sans" pitchFamily="34" charset="-122"/>
                <a:cs typeface="Noto Sans" pitchFamily="34" charset="-120"/>
              </a:rPr>
              <a:t>Xiāngjiāo shì huángsè de.</a:t>
            </a:r>
            <a:endParaRPr lang="en-US" sz="2250" dirty="0"/>
          </a:p>
        </p:txBody>
      </p:sp>
      <p:sp>
        <p:nvSpPr>
          <p:cNvPr id="9" name="Text 7"/>
          <p:cNvSpPr/>
          <p:nvPr/>
        </p:nvSpPr>
        <p:spPr>
          <a:xfrm>
            <a:off x="1238250" y="3177927"/>
            <a:ext cx="16224885" cy="703957"/>
          </a:xfrm>
          <a:prstGeom prst="rect">
            <a:avLst/>
          </a:prstGeom>
          <a:noFill/>
          <a:ln/>
        </p:spPr>
        <p:txBody>
          <a:bodyPr wrap="square" lIns="0" tIns="0" rIns="0" bIns="0" rtlCol="0" anchor="t"/>
          <a:lstStyle/>
          <a:p>
            <a:pPr algn="l" indent="0" marL="0">
              <a:lnSpc>
                <a:spcPts val="5544"/>
              </a:lnSpc>
              <a:buNone/>
            </a:pPr>
            <a:r>
              <a:rPr lang="en-US" sz="4200" b="1" dirty="0">
                <a:solidFill>
                  <a:srgbClr val="B93F2C"/>
                </a:solidFill>
                <a:latin typeface="Noto Serif SC" pitchFamily="34" charset="0"/>
                <a:ea typeface="Noto Serif SC" pitchFamily="34" charset="-122"/>
                <a:cs typeface="Noto Serif SC" pitchFamily="34" charset="-120"/>
              </a:rPr>
              <a:t>香蕉</a:t>
            </a:r>
            <a:r>
              <a:rPr lang="en-US" sz="4200" dirty="0">
                <a:solidFill>
                  <a:srgbClr val="24321C"/>
                </a:solidFill>
                <a:latin typeface="Noto Serif SC" pitchFamily="34" charset="0"/>
                <a:ea typeface="Noto Serif SC" pitchFamily="34" charset="-122"/>
                <a:cs typeface="Noto Serif SC" pitchFamily="34" charset="-120"/>
              </a:rPr>
              <a:t>是黄色的。</a:t>
            </a:r>
            <a:endParaRPr lang="en-US" sz="4200" dirty="0"/>
          </a:p>
        </p:txBody>
      </p:sp>
      <p:sp>
        <p:nvSpPr>
          <p:cNvPr id="10" name="Text 8"/>
          <p:cNvSpPr/>
          <p:nvPr/>
        </p:nvSpPr>
        <p:spPr>
          <a:xfrm>
            <a:off x="1238250" y="3958084"/>
            <a:ext cx="16224885" cy="381000"/>
          </a:xfrm>
          <a:prstGeom prst="rect">
            <a:avLst/>
          </a:prstGeom>
          <a:noFill/>
          <a:ln/>
        </p:spPr>
        <p:txBody>
          <a:bodyPr wrap="square" lIns="0" tIns="0" rIns="0" bIns="0" rtlCol="0" anchor="t"/>
          <a:lstStyle/>
          <a:p>
            <a:pPr algn="l" indent="0" marL="0">
              <a:spcBef>
                <a:spcPts val="600"/>
              </a:spcBef>
              <a:buNone/>
            </a:pPr>
            <a:r>
              <a:rPr lang="en-US" sz="2100" dirty="0">
                <a:solidFill>
                  <a:srgbClr val="4E5A42"/>
                </a:solidFill>
                <a:latin typeface="Noto Sans" pitchFamily="34" charset="0"/>
                <a:ea typeface="Noto Sans" pitchFamily="34" charset="-122"/>
                <a:cs typeface="Noto Sans" pitchFamily="34" charset="-120"/>
              </a:rPr>
              <a:t>Bananas are yellow.</a:t>
            </a:r>
            <a:endParaRPr lang="en-US" sz="2100" dirty="0"/>
          </a:p>
        </p:txBody>
      </p:sp>
      <p:sp>
        <p:nvSpPr>
          <p:cNvPr id="11" name="Text 9"/>
          <p:cNvSpPr/>
          <p:nvPr/>
        </p:nvSpPr>
        <p:spPr>
          <a:xfrm>
            <a:off x="838200" y="4739134"/>
            <a:ext cx="16611600" cy="2018407"/>
          </a:xfrm>
          <a:prstGeom prst="rect">
            <a:avLst/>
          </a:prstGeom>
          <a:solidFill>
            <a:srgbClr val="F2EFDE"/>
          </a:solidFill>
          <a:ln/>
        </p:spPr>
        <p:txBody>
          <a:bodyPr wrap="square" rtlCol="0" anchor="ctr"/>
          <a:lstStyle/>
          <a:p>
            <a:pPr indent="0" marL="0">
              <a:buNone/>
            </a:pPr>
            <a:endParaRPr lang="en-US" dirty="0"/>
          </a:p>
        </p:txBody>
      </p:sp>
      <p:sp>
        <p:nvSpPr>
          <p:cNvPr id="12" name="Shape 10"/>
          <p:cNvSpPr/>
          <p:nvPr/>
        </p:nvSpPr>
        <p:spPr>
          <a:xfrm>
            <a:off x="885825" y="4739134"/>
            <a:ext cx="0" cy="2018407"/>
          </a:xfrm>
          <a:prstGeom prst="line">
            <a:avLst/>
          </a:prstGeom>
          <a:noFill/>
          <a:ln w="95250">
            <a:solidFill>
              <a:srgbClr val="4C7A2C"/>
            </a:solidFill>
            <a:prstDash val="solid"/>
          </a:ln>
        </p:spPr>
      </p:sp>
      <p:sp>
        <p:nvSpPr>
          <p:cNvPr id="13" name="Text 11"/>
          <p:cNvSpPr/>
          <p:nvPr/>
        </p:nvSpPr>
        <p:spPr>
          <a:xfrm>
            <a:off x="1238250" y="4929634"/>
            <a:ext cx="16224885" cy="400050"/>
          </a:xfrm>
          <a:prstGeom prst="rect">
            <a:avLst/>
          </a:prstGeom>
          <a:noFill/>
          <a:ln/>
        </p:spPr>
        <p:txBody>
          <a:bodyPr wrap="square" lIns="0" tIns="0" rIns="0" bIns="0" rtlCol="0" anchor="t"/>
          <a:lstStyle/>
          <a:p>
            <a:pPr algn="l" indent="0" marL="0">
              <a:spcAft>
                <a:spcPts val="450"/>
              </a:spcAft>
              <a:buNone/>
            </a:pPr>
            <a:r>
              <a:rPr lang="en-US" sz="2250" dirty="0">
                <a:solidFill>
                  <a:srgbClr val="4C7A2C"/>
                </a:solidFill>
                <a:latin typeface="Noto Sans" pitchFamily="34" charset="0"/>
                <a:ea typeface="Noto Sans" pitchFamily="34" charset="-122"/>
                <a:cs typeface="Noto Sans" pitchFamily="34" charset="-120"/>
              </a:rPr>
              <a:t>Wǒ māma xǐhuan chī júzi.</a:t>
            </a:r>
            <a:endParaRPr lang="en-US" sz="2250" dirty="0"/>
          </a:p>
        </p:txBody>
      </p:sp>
      <p:sp>
        <p:nvSpPr>
          <p:cNvPr id="14" name="Text 12"/>
          <p:cNvSpPr/>
          <p:nvPr/>
        </p:nvSpPr>
        <p:spPr>
          <a:xfrm>
            <a:off x="1238250" y="5386834"/>
            <a:ext cx="16224885" cy="703957"/>
          </a:xfrm>
          <a:prstGeom prst="rect">
            <a:avLst/>
          </a:prstGeom>
          <a:noFill/>
          <a:ln/>
        </p:spPr>
        <p:txBody>
          <a:bodyPr wrap="square" lIns="0" tIns="0" rIns="0" bIns="0" rtlCol="0" anchor="t"/>
          <a:lstStyle/>
          <a:p>
            <a:pPr algn="l" indent="0" marL="0">
              <a:lnSpc>
                <a:spcPts val="5544"/>
              </a:lnSpc>
              <a:buNone/>
            </a:pPr>
            <a:r>
              <a:rPr lang="en-US" sz="4200" dirty="0">
                <a:solidFill>
                  <a:srgbClr val="24321C"/>
                </a:solidFill>
                <a:latin typeface="Noto Serif SC" pitchFamily="34" charset="0"/>
                <a:ea typeface="Noto Serif SC" pitchFamily="34" charset="-122"/>
                <a:cs typeface="Noto Serif SC" pitchFamily="34" charset="-120"/>
              </a:rPr>
              <a:t>我妈妈喜欢吃</a:t>
            </a:r>
            <a:r>
              <a:rPr lang="en-US" sz="4200" b="1" dirty="0">
                <a:solidFill>
                  <a:srgbClr val="B93F2C"/>
                </a:solidFill>
                <a:latin typeface="Noto Serif SC" pitchFamily="34" charset="0"/>
                <a:ea typeface="Noto Serif SC" pitchFamily="34" charset="-122"/>
                <a:cs typeface="Noto Serif SC" pitchFamily="34" charset="-120"/>
              </a:rPr>
              <a:t>橘子</a:t>
            </a:r>
            <a:r>
              <a:rPr lang="en-US" sz="4200" dirty="0">
                <a:solidFill>
                  <a:srgbClr val="24321C"/>
                </a:solidFill>
                <a:latin typeface="Noto Serif SC" pitchFamily="34" charset="0"/>
                <a:ea typeface="Noto Serif SC" pitchFamily="34" charset="-122"/>
                <a:cs typeface="Noto Serif SC" pitchFamily="34" charset="-120"/>
              </a:rPr>
              <a:t>。</a:t>
            </a:r>
            <a:endParaRPr lang="en-US" sz="4200" dirty="0"/>
          </a:p>
        </p:txBody>
      </p:sp>
      <p:sp>
        <p:nvSpPr>
          <p:cNvPr id="15" name="Text 13"/>
          <p:cNvSpPr/>
          <p:nvPr/>
        </p:nvSpPr>
        <p:spPr>
          <a:xfrm>
            <a:off x="1238250" y="6166991"/>
            <a:ext cx="16224885" cy="381000"/>
          </a:xfrm>
          <a:prstGeom prst="rect">
            <a:avLst/>
          </a:prstGeom>
          <a:noFill/>
          <a:ln/>
        </p:spPr>
        <p:txBody>
          <a:bodyPr wrap="square" lIns="0" tIns="0" rIns="0" bIns="0" rtlCol="0" anchor="t"/>
          <a:lstStyle/>
          <a:p>
            <a:pPr algn="l" indent="0" marL="0">
              <a:spcBef>
                <a:spcPts val="600"/>
              </a:spcBef>
              <a:buNone/>
            </a:pPr>
            <a:r>
              <a:rPr lang="en-US" sz="2100" dirty="0">
                <a:solidFill>
                  <a:srgbClr val="4E5A42"/>
                </a:solidFill>
                <a:latin typeface="Noto Sans" pitchFamily="34" charset="0"/>
                <a:ea typeface="Noto Sans" pitchFamily="34" charset="-122"/>
                <a:cs typeface="Noto Sans" pitchFamily="34" charset="-120"/>
              </a:rPr>
              <a:t>My mum likes eating tangerines.</a:t>
            </a:r>
            <a:endParaRPr lang="en-US" sz="2100" dirty="0"/>
          </a:p>
        </p:txBody>
      </p:sp>
      <p:sp>
        <p:nvSpPr>
          <p:cNvPr id="16" name="Text 14"/>
          <p:cNvSpPr/>
          <p:nvPr/>
        </p:nvSpPr>
        <p:spPr>
          <a:xfrm>
            <a:off x="838200" y="6948041"/>
            <a:ext cx="16611600" cy="2018407"/>
          </a:xfrm>
          <a:prstGeom prst="rect">
            <a:avLst/>
          </a:prstGeom>
          <a:solidFill>
            <a:srgbClr val="B93F2C">
              <a:alpha val="11000"/>
            </a:srgbClr>
          </a:solidFill>
          <a:ln/>
        </p:spPr>
        <p:txBody>
          <a:bodyPr wrap="square" rtlCol="0" anchor="ctr"/>
          <a:lstStyle/>
          <a:p>
            <a:pPr indent="0" marL="0">
              <a:buNone/>
            </a:pPr>
            <a:endParaRPr lang="en-US" dirty="0"/>
          </a:p>
        </p:txBody>
      </p:sp>
      <p:sp>
        <p:nvSpPr>
          <p:cNvPr id="17" name="Shape 15"/>
          <p:cNvSpPr/>
          <p:nvPr/>
        </p:nvSpPr>
        <p:spPr>
          <a:xfrm>
            <a:off x="885825" y="6948041"/>
            <a:ext cx="0" cy="2018407"/>
          </a:xfrm>
          <a:prstGeom prst="line">
            <a:avLst/>
          </a:prstGeom>
          <a:noFill/>
          <a:ln w="95250">
            <a:solidFill>
              <a:srgbClr val="B93F2C"/>
            </a:solidFill>
            <a:prstDash val="solid"/>
          </a:ln>
        </p:spPr>
      </p:sp>
      <p:sp>
        <p:nvSpPr>
          <p:cNvPr id="18" name="Text 16"/>
          <p:cNvSpPr/>
          <p:nvPr/>
        </p:nvSpPr>
        <p:spPr>
          <a:xfrm>
            <a:off x="1238250" y="7138541"/>
            <a:ext cx="16224885" cy="400050"/>
          </a:xfrm>
          <a:prstGeom prst="rect">
            <a:avLst/>
          </a:prstGeom>
          <a:noFill/>
          <a:ln/>
        </p:spPr>
        <p:txBody>
          <a:bodyPr wrap="square" lIns="0" tIns="0" rIns="0" bIns="0" rtlCol="0" anchor="t"/>
          <a:lstStyle/>
          <a:p>
            <a:pPr algn="l" indent="0" marL="0">
              <a:spcAft>
                <a:spcPts val="450"/>
              </a:spcAft>
              <a:buNone/>
            </a:pPr>
            <a:r>
              <a:rPr lang="en-US" sz="2250" dirty="0">
                <a:solidFill>
                  <a:srgbClr val="4C7A2C"/>
                </a:solidFill>
                <a:latin typeface="Noto Sans" pitchFamily="34" charset="0"/>
                <a:ea typeface="Noto Sans" pitchFamily="34" charset="-122"/>
                <a:cs typeface="Noto Sans" pitchFamily="34" charset="-120"/>
              </a:rPr>
              <a:t>Xiāngjiāo hé júzi wǒ dōu xǐhuan chī.</a:t>
            </a:r>
            <a:endParaRPr lang="en-US" sz="2250" dirty="0"/>
          </a:p>
        </p:txBody>
      </p:sp>
      <p:sp>
        <p:nvSpPr>
          <p:cNvPr id="19" name="Text 17"/>
          <p:cNvSpPr/>
          <p:nvPr/>
        </p:nvSpPr>
        <p:spPr>
          <a:xfrm>
            <a:off x="1238250" y="7595741"/>
            <a:ext cx="16224885" cy="703957"/>
          </a:xfrm>
          <a:prstGeom prst="rect">
            <a:avLst/>
          </a:prstGeom>
          <a:noFill/>
          <a:ln/>
        </p:spPr>
        <p:txBody>
          <a:bodyPr wrap="square" lIns="0" tIns="0" rIns="0" bIns="0" rtlCol="0" anchor="t"/>
          <a:lstStyle/>
          <a:p>
            <a:pPr algn="l" indent="0" marL="0">
              <a:lnSpc>
                <a:spcPts val="5544"/>
              </a:lnSpc>
              <a:buNone/>
            </a:pPr>
            <a:r>
              <a:rPr lang="en-US" sz="4200" b="1" dirty="0">
                <a:solidFill>
                  <a:srgbClr val="B93F2C"/>
                </a:solidFill>
                <a:latin typeface="Noto Serif SC" pitchFamily="34" charset="0"/>
                <a:ea typeface="Noto Serif SC" pitchFamily="34" charset="-122"/>
                <a:cs typeface="Noto Serif SC" pitchFamily="34" charset="-120"/>
              </a:rPr>
              <a:t>香蕉</a:t>
            </a:r>
            <a:r>
              <a:rPr lang="en-US" sz="4200" dirty="0">
                <a:solidFill>
                  <a:srgbClr val="24321C"/>
                </a:solidFill>
                <a:latin typeface="Noto Serif SC" pitchFamily="34" charset="0"/>
                <a:ea typeface="Noto Serif SC" pitchFamily="34" charset="-122"/>
                <a:cs typeface="Noto Serif SC" pitchFamily="34" charset="-120"/>
              </a:rPr>
              <a:t>和</a:t>
            </a:r>
            <a:r>
              <a:rPr lang="en-US" sz="4200" b="1" dirty="0">
                <a:solidFill>
                  <a:srgbClr val="B93F2C"/>
                </a:solidFill>
                <a:latin typeface="Noto Serif SC" pitchFamily="34" charset="0"/>
                <a:ea typeface="Noto Serif SC" pitchFamily="34" charset="-122"/>
                <a:cs typeface="Noto Serif SC" pitchFamily="34" charset="-120"/>
              </a:rPr>
              <a:t>橘子</a:t>
            </a:r>
            <a:r>
              <a:rPr lang="en-US" sz="4200" dirty="0">
                <a:solidFill>
                  <a:srgbClr val="24321C"/>
                </a:solidFill>
                <a:latin typeface="Noto Serif SC" pitchFamily="34" charset="0"/>
                <a:ea typeface="Noto Serif SC" pitchFamily="34" charset="-122"/>
                <a:cs typeface="Noto Serif SC" pitchFamily="34" charset="-120"/>
              </a:rPr>
              <a:t>我都喜欢吃。</a:t>
            </a:r>
            <a:endParaRPr lang="en-US" sz="4200" dirty="0"/>
          </a:p>
        </p:txBody>
      </p:sp>
      <p:sp>
        <p:nvSpPr>
          <p:cNvPr id="20" name="Text 18"/>
          <p:cNvSpPr/>
          <p:nvPr/>
        </p:nvSpPr>
        <p:spPr>
          <a:xfrm>
            <a:off x="1238250" y="8375898"/>
            <a:ext cx="16224885" cy="381000"/>
          </a:xfrm>
          <a:prstGeom prst="rect">
            <a:avLst/>
          </a:prstGeom>
          <a:noFill/>
          <a:ln/>
        </p:spPr>
        <p:txBody>
          <a:bodyPr wrap="square" lIns="0" tIns="0" rIns="0" bIns="0" rtlCol="0" anchor="t"/>
          <a:lstStyle/>
          <a:p>
            <a:pPr algn="l" indent="0" marL="0">
              <a:spcBef>
                <a:spcPts val="600"/>
              </a:spcBef>
              <a:buNone/>
            </a:pPr>
            <a:r>
              <a:rPr lang="en-US" sz="2100" dirty="0">
                <a:solidFill>
                  <a:srgbClr val="4E5A42"/>
                </a:solidFill>
                <a:latin typeface="Noto Sans" pitchFamily="34" charset="0"/>
                <a:ea typeface="Noto Sans" pitchFamily="34" charset="-122"/>
                <a:cs typeface="Noto Sans" pitchFamily="34" charset="-120"/>
              </a:rPr>
              <a:t>I like both bananas and tangerines.</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8288000" cy="8096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804862"/>
            <a:ext cx="18288000" cy="0"/>
          </a:xfrm>
          <a:prstGeom prst="line">
            <a:avLst/>
          </a:prstGeom>
          <a:noFill/>
          <a:ln w="9525">
            <a:solidFill>
              <a:srgbClr val="E1DBC0"/>
            </a:solidFill>
            <a:prstDash val="solid"/>
          </a:ln>
        </p:spPr>
      </p:sp>
      <p:sp>
        <p:nvSpPr>
          <p:cNvPr id="4" name="Text 2"/>
          <p:cNvSpPr/>
          <p:nvPr/>
        </p:nvSpPr>
        <p:spPr>
          <a:xfrm>
            <a:off x="762000" y="0"/>
            <a:ext cx="16764000" cy="47625"/>
          </a:xfrm>
          <a:prstGeom prst="rect">
            <a:avLst/>
          </a:prstGeom>
          <a:solidFill>
            <a:srgbClr val="4C7A2C"/>
          </a:solidFill>
          <a:ln/>
        </p:spPr>
        <p:txBody>
          <a:bodyPr wrap="square" rtlCol="0" anchor="ctr"/>
          <a:lstStyle/>
          <a:p>
            <a:pPr indent="0" marL="0">
              <a:buNone/>
            </a:pPr>
            <a:endParaRPr lang="en-US" dirty="0"/>
          </a:p>
        </p:txBody>
      </p:sp>
      <p:sp>
        <p:nvSpPr>
          <p:cNvPr id="5" name="Text 3"/>
          <p:cNvSpPr/>
          <p:nvPr/>
        </p:nvSpPr>
        <p:spPr>
          <a:xfrm>
            <a:off x="838200" y="2911822"/>
            <a:ext cx="16943832" cy="314325"/>
          </a:xfrm>
          <a:prstGeom prst="rect">
            <a:avLst/>
          </a:prstGeom>
          <a:noFill/>
          <a:ln/>
        </p:spPr>
        <p:txBody>
          <a:bodyPr wrap="square" lIns="0" tIns="0" rIns="0" bIns="0" rtlCol="0" anchor="t"/>
          <a:lstStyle/>
          <a:p>
            <a:pPr algn="l" indent="0" marL="0">
              <a:spcAft>
                <a:spcPts val="1350"/>
              </a:spcAft>
              <a:buNone/>
            </a:pPr>
            <a:r>
              <a:rPr lang="en-US" sz="1800" b="1" dirty="0">
                <a:solidFill>
                  <a:srgbClr val="4C7A2C"/>
                </a:solidFill>
                <a:latin typeface="Noto Sans" pitchFamily="34" charset="0"/>
                <a:ea typeface="Noto Sans" pitchFamily="34" charset="-122"/>
                <a:cs typeface="Noto Sans" pitchFamily="34" charset="-120"/>
              </a:rPr>
              <a:t>写一句 · WRITE YOUR OWN</a:t>
            </a:r>
            <a:endParaRPr lang="en-US" sz="1800" dirty="0"/>
          </a:p>
        </p:txBody>
      </p:sp>
      <p:sp>
        <p:nvSpPr>
          <p:cNvPr id="6" name="Text 4"/>
          <p:cNvSpPr/>
          <p:nvPr/>
        </p:nvSpPr>
        <p:spPr>
          <a:xfrm>
            <a:off x="838200" y="3397597"/>
            <a:ext cx="16611600" cy="2318296"/>
          </a:xfrm>
          <a:prstGeom prst="roundRect">
            <a:avLst>
              <a:gd name="adj" fmla="val 8217"/>
            </a:avLst>
          </a:prstGeom>
          <a:solidFill>
            <a:srgbClr val="E8E2C8"/>
          </a:solidFill>
          <a:ln w="28575">
            <a:solidFill>
              <a:srgbClr val="B96A12"/>
            </a:solidFill>
          </a:ln>
        </p:spPr>
        <p:txBody>
          <a:bodyPr wrap="square" rtlCol="0" anchor="ctr"/>
          <a:lstStyle/>
          <a:p>
            <a:pPr indent="0" marL="0">
              <a:buNone/>
            </a:pPr>
            <a:endParaRPr lang="en-US" dirty="0"/>
          </a:p>
        </p:txBody>
      </p:sp>
      <p:sp>
        <p:nvSpPr>
          <p:cNvPr id="7" name="Text 5"/>
          <p:cNvSpPr/>
          <p:nvPr/>
        </p:nvSpPr>
        <p:spPr>
          <a:xfrm>
            <a:off x="1304925" y="3769072"/>
            <a:ext cx="15991713" cy="1003846"/>
          </a:xfrm>
          <a:prstGeom prst="rect">
            <a:avLst/>
          </a:prstGeom>
          <a:noFill/>
          <a:ln/>
        </p:spPr>
        <p:txBody>
          <a:bodyPr wrap="square" lIns="0" tIns="0" rIns="0" bIns="0" rtlCol="0" anchor="t"/>
          <a:lstStyle/>
          <a:p>
            <a:pPr algn="l" indent="0" marL="0">
              <a:lnSpc>
                <a:spcPts val="7905"/>
              </a:lnSpc>
              <a:buNone/>
            </a:pPr>
            <a:r>
              <a:rPr lang="en-US" sz="4650" b="1" dirty="0">
                <a:solidFill>
                  <a:srgbClr val="24321C"/>
                </a:solidFill>
                <a:latin typeface="Noto Serif SC" pitchFamily="34" charset="0"/>
                <a:ea typeface="Noto Serif SC" pitchFamily="34" charset="-122"/>
                <a:cs typeface="Noto Serif SC" pitchFamily="34" charset="-120"/>
              </a:rPr>
              <a:t>______ 和 ______ 我都喜欢吃。</a:t>
            </a:r>
            <a:endParaRPr lang="en-US" sz="4650" dirty="0"/>
          </a:p>
        </p:txBody>
      </p:sp>
      <p:sp>
        <p:nvSpPr>
          <p:cNvPr id="8" name="Text 6"/>
          <p:cNvSpPr/>
          <p:nvPr/>
        </p:nvSpPr>
        <p:spPr>
          <a:xfrm>
            <a:off x="1304925" y="4944368"/>
            <a:ext cx="15991713" cy="400050"/>
          </a:xfrm>
          <a:prstGeom prst="rect">
            <a:avLst/>
          </a:prstGeom>
          <a:noFill/>
          <a:ln/>
        </p:spPr>
        <p:txBody>
          <a:bodyPr wrap="square" lIns="0" tIns="0" rIns="0" bIns="0" rtlCol="0" anchor="t"/>
          <a:lstStyle/>
          <a:p>
            <a:pPr algn="l" indent="0" marL="0">
              <a:spcBef>
                <a:spcPts val="1350"/>
              </a:spcBef>
              <a:buNone/>
            </a:pPr>
            <a:r>
              <a:rPr lang="en-US" sz="2250" dirty="0">
                <a:solidFill>
                  <a:srgbClr val="4E5A42"/>
                </a:solidFill>
                <a:latin typeface="Noto Sans" pitchFamily="34" charset="0"/>
                <a:ea typeface="Noto Sans" pitchFamily="34" charset="-122"/>
                <a:cs typeface="Noto Sans" pitchFamily="34" charset="-120"/>
              </a:rPr>
              <a:t>60 seconds. Both blanks, in characters.</a:t>
            </a:r>
            <a:endParaRPr lang="en-US" sz="2250" dirty="0"/>
          </a:p>
        </p:txBody>
      </p:sp>
      <p:sp>
        <p:nvSpPr>
          <p:cNvPr id="9" name="Text 7"/>
          <p:cNvSpPr/>
          <p:nvPr/>
        </p:nvSpPr>
        <p:spPr>
          <a:xfrm>
            <a:off x="838200" y="5906393"/>
            <a:ext cx="16611600" cy="2192536"/>
          </a:xfrm>
          <a:prstGeom prst="roundRect">
            <a:avLst>
              <a:gd name="adj" fmla="val 5213"/>
            </a:avLst>
          </a:prstGeom>
          <a:solidFill>
            <a:srgbClr val="4C7A2C">
              <a:alpha val="12000"/>
            </a:srgbClr>
          </a:solidFill>
          <a:ln w="28575">
            <a:solidFill>
              <a:srgbClr val="4C7A2C"/>
            </a:solidFill>
          </a:ln>
        </p:spPr>
        <p:txBody>
          <a:bodyPr wrap="square" rtlCol="0" anchor="ctr"/>
          <a:lstStyle/>
          <a:p>
            <a:pPr indent="0" marL="0">
              <a:buNone/>
            </a:pPr>
            <a:endParaRPr lang="en-US" dirty="0"/>
          </a:p>
        </p:txBody>
      </p:sp>
      <p:sp>
        <p:nvSpPr>
          <p:cNvPr id="10" name="Text 8"/>
          <p:cNvSpPr/>
          <p:nvPr/>
        </p:nvSpPr>
        <p:spPr>
          <a:xfrm>
            <a:off x="1152525" y="6144518"/>
            <a:ext cx="16302609" cy="285750"/>
          </a:xfrm>
          <a:prstGeom prst="rect">
            <a:avLst/>
          </a:prstGeom>
          <a:noFill/>
          <a:ln/>
        </p:spPr>
        <p:txBody>
          <a:bodyPr wrap="square" lIns="0" tIns="0" rIns="0" bIns="0" rtlCol="0" anchor="t"/>
          <a:lstStyle/>
          <a:p>
            <a:pPr algn="l" indent="0" marL="0">
              <a:spcAft>
                <a:spcPts val="750"/>
              </a:spcAft>
              <a:buNone/>
            </a:pPr>
            <a:r>
              <a:rPr lang="en-US" sz="1650" b="1" dirty="0">
                <a:solidFill>
                  <a:srgbClr val="4C7A2C"/>
                </a:solidFill>
                <a:latin typeface="Noto Sans" pitchFamily="34" charset="0"/>
                <a:ea typeface="Noto Sans" pitchFamily="34" charset="-122"/>
                <a:cs typeface="Noto Sans" pitchFamily="34" charset="-120"/>
              </a:rPr>
              <a:t>EXTENSION · 加油题</a:t>
            </a:r>
            <a:endParaRPr lang="en-US" sz="1650" dirty="0"/>
          </a:p>
        </p:txBody>
      </p:sp>
      <p:sp>
        <p:nvSpPr>
          <p:cNvPr id="11" name="Text 9"/>
          <p:cNvSpPr/>
          <p:nvPr/>
        </p:nvSpPr>
        <p:spPr>
          <a:xfrm>
            <a:off x="1152525" y="6525518"/>
            <a:ext cx="16302609" cy="828675"/>
          </a:xfrm>
          <a:prstGeom prst="rect">
            <a:avLst/>
          </a:prstGeom>
          <a:noFill/>
          <a:ln/>
        </p:spPr>
        <p:txBody>
          <a:bodyPr wrap="square" lIns="0" tIns="0" rIns="0" bIns="0" rtlCol="0" anchor="t"/>
          <a:lstStyle/>
          <a:p>
            <a:pPr algn="l" indent="0" marL="0">
              <a:lnSpc>
                <a:spcPts val="3263"/>
              </a:lnSpc>
              <a:buNone/>
            </a:pPr>
            <a:r>
              <a:rPr lang="en-US" sz="2250" dirty="0">
                <a:solidFill>
                  <a:srgbClr val="24321C"/>
                </a:solidFill>
                <a:latin typeface="Noto Sans" pitchFamily="34" charset="0"/>
                <a:ea typeface="Noto Sans" pitchFamily="34" charset="-122"/>
                <a:cs typeface="Noto Sans" pitchFamily="34" charset="-120"/>
              </a:rPr>
              <a:t>Write about </a:t>
            </a:r>
            <a:r>
              <a:rPr lang="en-US" sz="2250" b="1" dirty="0">
                <a:solidFill>
                  <a:srgbClr val="4C7A2C"/>
                </a:solidFill>
                <a:latin typeface="Noto Sans" pitchFamily="34" charset="0"/>
                <a:ea typeface="Noto Sans" pitchFamily="34" charset="-122"/>
                <a:cs typeface="Noto Sans" pitchFamily="34" charset="-120"/>
              </a:rPr>
              <a:t>three people</a:t>
            </a:r>
            <a:r>
              <a:rPr lang="en-US" sz="2250" dirty="0">
                <a:solidFill>
                  <a:srgbClr val="24321C"/>
                </a:solidFill>
                <a:latin typeface="Noto Sans" pitchFamily="34" charset="0"/>
                <a:ea typeface="Noto Sans" pitchFamily="34" charset="-122"/>
                <a:cs typeface="Noto Sans" pitchFamily="34" charset="-120"/>
              </a:rPr>
              <a:t> — you, someone at home, and a friend — one sentence each, and make the three sentences disagree with each other.</a:t>
            </a:r>
            <a:endParaRPr lang="en-US" sz="2250" dirty="0"/>
          </a:p>
        </p:txBody>
      </p:sp>
      <p:sp>
        <p:nvSpPr>
          <p:cNvPr id="12" name="Text 10"/>
          <p:cNvSpPr/>
          <p:nvPr/>
        </p:nvSpPr>
        <p:spPr>
          <a:xfrm>
            <a:off x="1152525" y="7354193"/>
            <a:ext cx="16302609" cy="506611"/>
          </a:xfrm>
          <a:prstGeom prst="rect">
            <a:avLst/>
          </a:prstGeom>
          <a:noFill/>
          <a:ln/>
        </p:spPr>
        <p:txBody>
          <a:bodyPr wrap="square" lIns="0" tIns="0" rIns="0" bIns="0" rtlCol="0" anchor="t"/>
          <a:lstStyle/>
          <a:p>
            <a:pPr algn="l" indent="0" marL="0">
              <a:lnSpc>
                <a:spcPts val="3990"/>
              </a:lnSpc>
              <a:buNone/>
            </a:pPr>
            <a:r>
              <a:rPr lang="en-US" sz="2850" b="1" dirty="0">
                <a:solidFill>
                  <a:srgbClr val="24321C"/>
                </a:solidFill>
                <a:latin typeface="Noto Serif SC" pitchFamily="34" charset="0"/>
                <a:ea typeface="Noto Serif SC" pitchFamily="34" charset="-122"/>
                <a:cs typeface="Noto Serif SC" pitchFamily="34" charset="-120"/>
              </a:rPr>
              <a:t>我喜欢吃香蕉，可是我妹妹不喜欢吃。</a:t>
            </a:r>
            <a:endParaRPr lang="en-US" sz="2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8288000" cy="8096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804862"/>
            <a:ext cx="18288000" cy="0"/>
          </a:xfrm>
          <a:prstGeom prst="line">
            <a:avLst/>
          </a:prstGeom>
          <a:noFill/>
          <a:ln w="9525">
            <a:solidFill>
              <a:srgbClr val="E1DBC0"/>
            </a:solidFill>
            <a:prstDash val="solid"/>
          </a:ln>
        </p:spPr>
      </p:sp>
      <p:sp>
        <p:nvSpPr>
          <p:cNvPr id="4" name="Text 2"/>
          <p:cNvSpPr/>
          <p:nvPr/>
        </p:nvSpPr>
        <p:spPr>
          <a:xfrm>
            <a:off x="762000" y="0"/>
            <a:ext cx="16764000" cy="47625"/>
          </a:xfrm>
          <a:prstGeom prst="rect">
            <a:avLst/>
          </a:prstGeom>
          <a:solidFill>
            <a:srgbClr val="4C7A2C"/>
          </a:solidFill>
          <a:ln/>
        </p:spPr>
        <p:txBody>
          <a:bodyPr wrap="square" rtlCol="0" anchor="ctr"/>
          <a:lstStyle/>
          <a:p>
            <a:pPr indent="0" marL="0">
              <a:buNone/>
            </a:pPr>
            <a:endParaRPr lang="en-US" dirty="0"/>
          </a:p>
        </p:txBody>
      </p:sp>
      <p:sp>
        <p:nvSpPr>
          <p:cNvPr id="5" name="Text 3"/>
          <p:cNvSpPr/>
          <p:nvPr/>
        </p:nvSpPr>
        <p:spPr>
          <a:xfrm>
            <a:off x="838200" y="1181100"/>
            <a:ext cx="16943832" cy="314325"/>
          </a:xfrm>
          <a:prstGeom prst="rect">
            <a:avLst/>
          </a:prstGeom>
          <a:noFill/>
          <a:ln/>
        </p:spPr>
        <p:txBody>
          <a:bodyPr wrap="square" lIns="0" tIns="0" rIns="0" bIns="0" rtlCol="0" anchor="t"/>
          <a:lstStyle/>
          <a:p>
            <a:pPr algn="l" indent="0" marL="0">
              <a:spcAft>
                <a:spcPts val="1350"/>
              </a:spcAft>
              <a:buNone/>
            </a:pPr>
            <a:r>
              <a:rPr lang="en-US" sz="1800" b="1" dirty="0">
                <a:solidFill>
                  <a:srgbClr val="4C7A2C"/>
                </a:solidFill>
                <a:latin typeface="Noto Sans" pitchFamily="34" charset="0"/>
                <a:ea typeface="Noto Sans" pitchFamily="34" charset="-122"/>
                <a:cs typeface="Noto Sans" pitchFamily="34" charset="-120"/>
              </a:rPr>
              <a:t>认字 · READ THESE BACK — NO PINYIN, NO ENGLISH</a:t>
            </a:r>
            <a:endParaRPr lang="en-US" sz="1800" dirty="0"/>
          </a:p>
        </p:txBody>
      </p:sp>
      <p:sp>
        <p:nvSpPr>
          <p:cNvPr id="6" name="Text 4"/>
          <p:cNvSpPr/>
          <p:nvPr/>
        </p:nvSpPr>
        <p:spPr>
          <a:xfrm>
            <a:off x="838200" y="1666875"/>
            <a:ext cx="3981450" cy="1625798"/>
          </a:xfrm>
          <a:prstGeom prst="roundRect">
            <a:avLst>
              <a:gd name="adj" fmla="val 11717"/>
            </a:avLst>
          </a:prstGeom>
          <a:solidFill>
            <a:srgbClr val="F2EFDE"/>
          </a:solidFill>
          <a:ln w="19050">
            <a:solidFill>
              <a:srgbClr val="E1DBC0"/>
            </a:solidFill>
          </a:ln>
        </p:spPr>
        <p:txBody>
          <a:bodyPr wrap="square" rtlCol="0" anchor="ctr"/>
          <a:lstStyle/>
          <a:p>
            <a:pPr indent="0" marL="0">
              <a:buNone/>
            </a:pPr>
            <a:endParaRPr lang="en-US" dirty="0"/>
          </a:p>
        </p:txBody>
      </p:sp>
      <p:sp>
        <p:nvSpPr>
          <p:cNvPr id="7" name="Text 5"/>
          <p:cNvSpPr/>
          <p:nvPr/>
        </p:nvSpPr>
        <p:spPr>
          <a:xfrm>
            <a:off x="934403" y="2009775"/>
            <a:ext cx="3789045" cy="939998"/>
          </a:xfrm>
          <a:prstGeom prst="rect">
            <a:avLst/>
          </a:prstGeom>
          <a:noFill/>
          <a:ln/>
        </p:spPr>
        <p:txBody>
          <a:bodyPr wrap="square" lIns="0" tIns="0" rIns="0" bIns="0" rtlCol="0" anchor="t"/>
          <a:lstStyle/>
          <a:p>
            <a:pPr algn="ctr" indent="0" marL="0">
              <a:lnSpc>
                <a:spcPts val="7403"/>
              </a:lnSpc>
              <a:buNone/>
            </a:pPr>
            <a:r>
              <a:rPr lang="en-US" sz="7050" b="1" dirty="0">
                <a:solidFill>
                  <a:srgbClr val="24321C"/>
                </a:solidFill>
                <a:latin typeface="Noto Serif SC" pitchFamily="34" charset="0"/>
                <a:ea typeface="Noto Serif SC" pitchFamily="34" charset="-122"/>
                <a:cs typeface="Noto Serif SC" pitchFamily="34" charset="-120"/>
              </a:rPr>
              <a:t>水果</a:t>
            </a:r>
            <a:endParaRPr lang="en-US" sz="7050" dirty="0"/>
          </a:p>
        </p:txBody>
      </p:sp>
      <p:sp>
        <p:nvSpPr>
          <p:cNvPr id="8" name="Text 6"/>
          <p:cNvSpPr/>
          <p:nvPr/>
        </p:nvSpPr>
        <p:spPr>
          <a:xfrm>
            <a:off x="5048250" y="1666875"/>
            <a:ext cx="3981450" cy="1625798"/>
          </a:xfrm>
          <a:prstGeom prst="roundRect">
            <a:avLst>
              <a:gd name="adj" fmla="val 11717"/>
            </a:avLst>
          </a:prstGeom>
          <a:solidFill>
            <a:srgbClr val="F2EFDE"/>
          </a:solidFill>
          <a:ln w="19050">
            <a:solidFill>
              <a:srgbClr val="E1DBC0"/>
            </a:solidFill>
          </a:ln>
        </p:spPr>
        <p:txBody>
          <a:bodyPr wrap="square" rtlCol="0" anchor="ctr"/>
          <a:lstStyle/>
          <a:p>
            <a:pPr indent="0" marL="0">
              <a:buNone/>
            </a:pPr>
            <a:endParaRPr lang="en-US" dirty="0"/>
          </a:p>
        </p:txBody>
      </p:sp>
      <p:sp>
        <p:nvSpPr>
          <p:cNvPr id="9" name="Text 7"/>
          <p:cNvSpPr/>
          <p:nvPr/>
        </p:nvSpPr>
        <p:spPr>
          <a:xfrm>
            <a:off x="5144453" y="2009775"/>
            <a:ext cx="3789045" cy="939998"/>
          </a:xfrm>
          <a:prstGeom prst="rect">
            <a:avLst/>
          </a:prstGeom>
          <a:noFill/>
          <a:ln/>
        </p:spPr>
        <p:txBody>
          <a:bodyPr wrap="square" lIns="0" tIns="0" rIns="0" bIns="0" rtlCol="0" anchor="t"/>
          <a:lstStyle/>
          <a:p>
            <a:pPr algn="ctr" indent="0" marL="0">
              <a:lnSpc>
                <a:spcPts val="7403"/>
              </a:lnSpc>
              <a:buNone/>
            </a:pPr>
            <a:r>
              <a:rPr lang="en-US" sz="7050" b="1" dirty="0">
                <a:solidFill>
                  <a:srgbClr val="24321C"/>
                </a:solidFill>
                <a:latin typeface="Noto Serif SC" pitchFamily="34" charset="0"/>
                <a:ea typeface="Noto Serif SC" pitchFamily="34" charset="-122"/>
                <a:cs typeface="Noto Serif SC" pitchFamily="34" charset="-120"/>
              </a:rPr>
              <a:t>苹果</a:t>
            </a:r>
            <a:endParaRPr lang="en-US" sz="7050" dirty="0"/>
          </a:p>
        </p:txBody>
      </p:sp>
      <p:sp>
        <p:nvSpPr>
          <p:cNvPr id="10" name="Text 8"/>
          <p:cNvSpPr/>
          <p:nvPr/>
        </p:nvSpPr>
        <p:spPr>
          <a:xfrm>
            <a:off x="9258300" y="1666875"/>
            <a:ext cx="3981450" cy="1625798"/>
          </a:xfrm>
          <a:prstGeom prst="roundRect">
            <a:avLst>
              <a:gd name="adj" fmla="val 11717"/>
            </a:avLst>
          </a:prstGeom>
          <a:solidFill>
            <a:srgbClr val="F2EFDE"/>
          </a:solidFill>
          <a:ln w="19050">
            <a:solidFill>
              <a:srgbClr val="E1DBC0"/>
            </a:solidFill>
          </a:ln>
        </p:spPr>
        <p:txBody>
          <a:bodyPr wrap="square" rtlCol="0" anchor="ctr"/>
          <a:lstStyle/>
          <a:p>
            <a:pPr indent="0" marL="0">
              <a:buNone/>
            </a:pPr>
            <a:endParaRPr lang="en-US" dirty="0"/>
          </a:p>
        </p:txBody>
      </p:sp>
      <p:sp>
        <p:nvSpPr>
          <p:cNvPr id="11" name="Text 9"/>
          <p:cNvSpPr/>
          <p:nvPr/>
        </p:nvSpPr>
        <p:spPr>
          <a:xfrm>
            <a:off x="9354503" y="2009775"/>
            <a:ext cx="3789045" cy="939998"/>
          </a:xfrm>
          <a:prstGeom prst="rect">
            <a:avLst/>
          </a:prstGeom>
          <a:noFill/>
          <a:ln/>
        </p:spPr>
        <p:txBody>
          <a:bodyPr wrap="square" lIns="0" tIns="0" rIns="0" bIns="0" rtlCol="0" anchor="t"/>
          <a:lstStyle/>
          <a:p>
            <a:pPr algn="ctr" indent="0" marL="0">
              <a:lnSpc>
                <a:spcPts val="7403"/>
              </a:lnSpc>
              <a:buNone/>
            </a:pPr>
            <a:r>
              <a:rPr lang="en-US" sz="7050" b="1" dirty="0">
                <a:solidFill>
                  <a:srgbClr val="24321C"/>
                </a:solidFill>
                <a:latin typeface="Noto Serif SC" pitchFamily="34" charset="0"/>
                <a:ea typeface="Noto Serif SC" pitchFamily="34" charset="-122"/>
                <a:cs typeface="Noto Serif SC" pitchFamily="34" charset="-120"/>
              </a:rPr>
              <a:t>香蕉</a:t>
            </a:r>
            <a:endParaRPr lang="en-US" sz="7050" dirty="0"/>
          </a:p>
        </p:txBody>
      </p:sp>
      <p:sp>
        <p:nvSpPr>
          <p:cNvPr id="12" name="Text 10"/>
          <p:cNvSpPr/>
          <p:nvPr/>
        </p:nvSpPr>
        <p:spPr>
          <a:xfrm>
            <a:off x="13468350" y="1666875"/>
            <a:ext cx="3981450" cy="1625798"/>
          </a:xfrm>
          <a:prstGeom prst="roundRect">
            <a:avLst>
              <a:gd name="adj" fmla="val 11717"/>
            </a:avLst>
          </a:prstGeom>
          <a:solidFill>
            <a:srgbClr val="F2EFDE"/>
          </a:solidFill>
          <a:ln w="19050">
            <a:solidFill>
              <a:srgbClr val="E1DBC0"/>
            </a:solidFill>
          </a:ln>
        </p:spPr>
        <p:txBody>
          <a:bodyPr wrap="square" rtlCol="0" anchor="ctr"/>
          <a:lstStyle/>
          <a:p>
            <a:pPr indent="0" marL="0">
              <a:buNone/>
            </a:pPr>
            <a:endParaRPr lang="en-US" dirty="0"/>
          </a:p>
        </p:txBody>
      </p:sp>
      <p:sp>
        <p:nvSpPr>
          <p:cNvPr id="13" name="Text 11"/>
          <p:cNvSpPr/>
          <p:nvPr/>
        </p:nvSpPr>
        <p:spPr>
          <a:xfrm>
            <a:off x="13564553" y="2009775"/>
            <a:ext cx="3789045" cy="939998"/>
          </a:xfrm>
          <a:prstGeom prst="rect">
            <a:avLst/>
          </a:prstGeom>
          <a:noFill/>
          <a:ln/>
        </p:spPr>
        <p:txBody>
          <a:bodyPr wrap="square" lIns="0" tIns="0" rIns="0" bIns="0" rtlCol="0" anchor="t"/>
          <a:lstStyle/>
          <a:p>
            <a:pPr algn="ctr" indent="0" marL="0">
              <a:lnSpc>
                <a:spcPts val="7403"/>
              </a:lnSpc>
              <a:buNone/>
            </a:pPr>
            <a:r>
              <a:rPr lang="en-US" sz="7050" b="1" dirty="0">
                <a:solidFill>
                  <a:srgbClr val="24321C"/>
                </a:solidFill>
                <a:latin typeface="Noto Serif SC" pitchFamily="34" charset="0"/>
                <a:ea typeface="Noto Serif SC" pitchFamily="34" charset="-122"/>
                <a:cs typeface="Noto Serif SC" pitchFamily="34" charset="-120"/>
              </a:rPr>
              <a:t>橘子</a:t>
            </a:r>
            <a:endParaRPr lang="en-US" sz="7050" dirty="0"/>
          </a:p>
        </p:txBody>
      </p:sp>
      <p:sp>
        <p:nvSpPr>
          <p:cNvPr id="14" name="Text 12"/>
          <p:cNvSpPr/>
          <p:nvPr/>
        </p:nvSpPr>
        <p:spPr>
          <a:xfrm>
            <a:off x="838200" y="3292673"/>
            <a:ext cx="16943832" cy="314325"/>
          </a:xfrm>
          <a:prstGeom prst="rect">
            <a:avLst/>
          </a:prstGeom>
          <a:noFill/>
          <a:ln/>
        </p:spPr>
        <p:txBody>
          <a:bodyPr wrap="square" lIns="0" tIns="0" rIns="0" bIns="0" rtlCol="0" anchor="t"/>
          <a:lstStyle/>
          <a:p>
            <a:pPr algn="l" indent="0" marL="0">
              <a:spcAft>
                <a:spcPts val="1350"/>
              </a:spcAft>
              <a:buNone/>
            </a:pPr>
            <a:r>
              <a:rPr lang="en-US" sz="1800" b="1" dirty="0">
                <a:solidFill>
                  <a:srgbClr val="4C7A2C"/>
                </a:solidFill>
                <a:latin typeface="Noto Sans" pitchFamily="34" charset="0"/>
                <a:ea typeface="Noto Sans" pitchFamily="34" charset="-122"/>
                <a:cs typeface="Noto Sans" pitchFamily="34" charset="-120"/>
              </a:rPr>
              <a:t>…… AND LAST WEEK'S SIX. READ ALL TEN BACK.</a:t>
            </a:r>
            <a:endParaRPr lang="en-US" sz="1800" dirty="0"/>
          </a:p>
        </p:txBody>
      </p:sp>
      <p:sp>
        <p:nvSpPr>
          <p:cNvPr id="15" name="Text 13"/>
          <p:cNvSpPr/>
          <p:nvPr/>
        </p:nvSpPr>
        <p:spPr>
          <a:xfrm>
            <a:off x="838200" y="3778448"/>
            <a:ext cx="5384750" cy="1625798"/>
          </a:xfrm>
          <a:prstGeom prst="roundRect">
            <a:avLst>
              <a:gd name="adj" fmla="val 11717"/>
            </a:avLst>
          </a:prstGeom>
          <a:solidFill>
            <a:srgbClr val="F2EFDE"/>
          </a:solidFill>
          <a:ln w="19050">
            <a:solidFill>
              <a:srgbClr val="E1DBC0"/>
            </a:solidFill>
          </a:ln>
        </p:spPr>
        <p:txBody>
          <a:bodyPr wrap="square" rtlCol="0" anchor="ctr"/>
          <a:lstStyle/>
          <a:p>
            <a:pPr indent="0" marL="0">
              <a:buNone/>
            </a:pPr>
            <a:endParaRPr lang="en-US" dirty="0"/>
          </a:p>
        </p:txBody>
      </p:sp>
      <p:sp>
        <p:nvSpPr>
          <p:cNvPr id="16" name="Text 14"/>
          <p:cNvSpPr/>
          <p:nvPr/>
        </p:nvSpPr>
        <p:spPr>
          <a:xfrm>
            <a:off x="920369" y="4121348"/>
            <a:ext cx="5220411" cy="939998"/>
          </a:xfrm>
          <a:prstGeom prst="rect">
            <a:avLst/>
          </a:prstGeom>
          <a:noFill/>
          <a:ln/>
        </p:spPr>
        <p:txBody>
          <a:bodyPr wrap="square" lIns="0" tIns="0" rIns="0" bIns="0" rtlCol="0" anchor="t"/>
          <a:lstStyle/>
          <a:p>
            <a:pPr algn="ctr" indent="0" marL="0">
              <a:lnSpc>
                <a:spcPts val="7403"/>
              </a:lnSpc>
              <a:buNone/>
            </a:pPr>
            <a:r>
              <a:rPr lang="en-US" sz="7050" b="1" dirty="0">
                <a:solidFill>
                  <a:srgbClr val="24321C"/>
                </a:solidFill>
                <a:latin typeface="Noto Serif SC" pitchFamily="34" charset="0"/>
                <a:ea typeface="Noto Serif SC" pitchFamily="34" charset="-122"/>
                <a:cs typeface="Noto Serif SC" pitchFamily="34" charset="-120"/>
              </a:rPr>
              <a:t>蔬菜</a:t>
            </a:r>
            <a:endParaRPr lang="en-US" sz="7050" dirty="0"/>
          </a:p>
        </p:txBody>
      </p:sp>
      <p:sp>
        <p:nvSpPr>
          <p:cNvPr id="17" name="Text 15"/>
          <p:cNvSpPr/>
          <p:nvPr/>
        </p:nvSpPr>
        <p:spPr>
          <a:xfrm>
            <a:off x="6451550" y="3778448"/>
            <a:ext cx="5384750" cy="1625798"/>
          </a:xfrm>
          <a:prstGeom prst="roundRect">
            <a:avLst>
              <a:gd name="adj" fmla="val 11717"/>
            </a:avLst>
          </a:prstGeom>
          <a:solidFill>
            <a:srgbClr val="F2EFDE"/>
          </a:solidFill>
          <a:ln w="19050">
            <a:solidFill>
              <a:srgbClr val="E1DBC0"/>
            </a:solidFill>
          </a:ln>
        </p:spPr>
        <p:txBody>
          <a:bodyPr wrap="square" rtlCol="0" anchor="ctr"/>
          <a:lstStyle/>
          <a:p>
            <a:pPr indent="0" marL="0">
              <a:buNone/>
            </a:pPr>
            <a:endParaRPr lang="en-US" dirty="0"/>
          </a:p>
        </p:txBody>
      </p:sp>
      <p:sp>
        <p:nvSpPr>
          <p:cNvPr id="18" name="Text 16"/>
          <p:cNvSpPr/>
          <p:nvPr/>
        </p:nvSpPr>
        <p:spPr>
          <a:xfrm>
            <a:off x="6533720" y="4121348"/>
            <a:ext cx="5220411" cy="939998"/>
          </a:xfrm>
          <a:prstGeom prst="rect">
            <a:avLst/>
          </a:prstGeom>
          <a:noFill/>
          <a:ln/>
        </p:spPr>
        <p:txBody>
          <a:bodyPr wrap="square" lIns="0" tIns="0" rIns="0" bIns="0" rtlCol="0" anchor="t"/>
          <a:lstStyle/>
          <a:p>
            <a:pPr algn="ctr" indent="0" marL="0">
              <a:lnSpc>
                <a:spcPts val="7403"/>
              </a:lnSpc>
              <a:buNone/>
            </a:pPr>
            <a:r>
              <a:rPr lang="en-US" sz="7050" b="1" dirty="0">
                <a:solidFill>
                  <a:srgbClr val="24321C"/>
                </a:solidFill>
                <a:latin typeface="Noto Serif SC" pitchFamily="34" charset="0"/>
                <a:ea typeface="Noto Serif SC" pitchFamily="34" charset="-122"/>
                <a:cs typeface="Noto Serif SC" pitchFamily="34" charset="-120"/>
              </a:rPr>
              <a:t>生菜</a:t>
            </a:r>
            <a:endParaRPr lang="en-US" sz="7050" dirty="0"/>
          </a:p>
        </p:txBody>
      </p:sp>
      <p:sp>
        <p:nvSpPr>
          <p:cNvPr id="19" name="Text 17"/>
          <p:cNvSpPr/>
          <p:nvPr/>
        </p:nvSpPr>
        <p:spPr>
          <a:xfrm>
            <a:off x="12064901" y="3778448"/>
            <a:ext cx="5384750" cy="1625798"/>
          </a:xfrm>
          <a:prstGeom prst="roundRect">
            <a:avLst>
              <a:gd name="adj" fmla="val 11717"/>
            </a:avLst>
          </a:prstGeom>
          <a:solidFill>
            <a:srgbClr val="F2EFDE"/>
          </a:solidFill>
          <a:ln w="19050">
            <a:solidFill>
              <a:srgbClr val="E1DBC0"/>
            </a:solidFill>
          </a:ln>
        </p:spPr>
        <p:txBody>
          <a:bodyPr wrap="square" rtlCol="0" anchor="ctr"/>
          <a:lstStyle/>
          <a:p>
            <a:pPr indent="0" marL="0">
              <a:buNone/>
            </a:pPr>
            <a:endParaRPr lang="en-US" dirty="0"/>
          </a:p>
        </p:txBody>
      </p:sp>
      <p:sp>
        <p:nvSpPr>
          <p:cNvPr id="20" name="Text 18"/>
          <p:cNvSpPr/>
          <p:nvPr/>
        </p:nvSpPr>
        <p:spPr>
          <a:xfrm>
            <a:off x="12147070" y="4121348"/>
            <a:ext cx="5220411" cy="939998"/>
          </a:xfrm>
          <a:prstGeom prst="rect">
            <a:avLst/>
          </a:prstGeom>
          <a:noFill/>
          <a:ln/>
        </p:spPr>
        <p:txBody>
          <a:bodyPr wrap="square" lIns="0" tIns="0" rIns="0" bIns="0" rtlCol="0" anchor="t"/>
          <a:lstStyle/>
          <a:p>
            <a:pPr algn="ctr" indent="0" marL="0">
              <a:lnSpc>
                <a:spcPts val="7403"/>
              </a:lnSpc>
              <a:buNone/>
            </a:pPr>
            <a:r>
              <a:rPr lang="en-US" sz="7050" b="1" dirty="0">
                <a:solidFill>
                  <a:srgbClr val="24321C"/>
                </a:solidFill>
                <a:latin typeface="Noto Serif SC" pitchFamily="34" charset="0"/>
                <a:ea typeface="Noto Serif SC" pitchFamily="34" charset="-122"/>
                <a:cs typeface="Noto Serif SC" pitchFamily="34" charset="-120"/>
              </a:rPr>
              <a:t>黄瓜</a:t>
            </a:r>
            <a:endParaRPr lang="en-US" sz="7050" dirty="0"/>
          </a:p>
        </p:txBody>
      </p:sp>
      <p:sp>
        <p:nvSpPr>
          <p:cNvPr id="21" name="Text 19"/>
          <p:cNvSpPr/>
          <p:nvPr/>
        </p:nvSpPr>
        <p:spPr>
          <a:xfrm>
            <a:off x="838200" y="5632847"/>
            <a:ext cx="5384750" cy="1625798"/>
          </a:xfrm>
          <a:prstGeom prst="roundRect">
            <a:avLst>
              <a:gd name="adj" fmla="val 11717"/>
            </a:avLst>
          </a:prstGeom>
          <a:solidFill>
            <a:srgbClr val="F2EFDE"/>
          </a:solidFill>
          <a:ln w="19050">
            <a:solidFill>
              <a:srgbClr val="E1DBC0"/>
            </a:solidFill>
          </a:ln>
        </p:spPr>
        <p:txBody>
          <a:bodyPr wrap="square" rtlCol="0" anchor="ctr"/>
          <a:lstStyle/>
          <a:p>
            <a:pPr indent="0" marL="0">
              <a:buNone/>
            </a:pPr>
            <a:endParaRPr lang="en-US" dirty="0"/>
          </a:p>
        </p:txBody>
      </p:sp>
      <p:sp>
        <p:nvSpPr>
          <p:cNvPr id="22" name="Text 20"/>
          <p:cNvSpPr/>
          <p:nvPr/>
        </p:nvSpPr>
        <p:spPr>
          <a:xfrm>
            <a:off x="920369" y="5975747"/>
            <a:ext cx="5220411" cy="939998"/>
          </a:xfrm>
          <a:prstGeom prst="rect">
            <a:avLst/>
          </a:prstGeom>
          <a:noFill/>
          <a:ln/>
        </p:spPr>
        <p:txBody>
          <a:bodyPr wrap="square" lIns="0" tIns="0" rIns="0" bIns="0" rtlCol="0" anchor="t"/>
          <a:lstStyle/>
          <a:p>
            <a:pPr algn="ctr" indent="0" marL="0">
              <a:lnSpc>
                <a:spcPts val="7403"/>
              </a:lnSpc>
              <a:buNone/>
            </a:pPr>
            <a:r>
              <a:rPr lang="en-US" sz="7050" b="1" dirty="0">
                <a:solidFill>
                  <a:srgbClr val="24321C"/>
                </a:solidFill>
                <a:latin typeface="Noto Serif SC" pitchFamily="34" charset="0"/>
                <a:ea typeface="Noto Serif SC" pitchFamily="34" charset="-122"/>
                <a:cs typeface="Noto Serif SC" pitchFamily="34" charset="-120"/>
              </a:rPr>
              <a:t>土豆</a:t>
            </a:r>
            <a:endParaRPr lang="en-US" sz="7050" dirty="0"/>
          </a:p>
        </p:txBody>
      </p:sp>
      <p:sp>
        <p:nvSpPr>
          <p:cNvPr id="23" name="Text 21"/>
          <p:cNvSpPr/>
          <p:nvPr/>
        </p:nvSpPr>
        <p:spPr>
          <a:xfrm>
            <a:off x="6451550" y="5632847"/>
            <a:ext cx="5384750" cy="1625798"/>
          </a:xfrm>
          <a:prstGeom prst="roundRect">
            <a:avLst>
              <a:gd name="adj" fmla="val 11717"/>
            </a:avLst>
          </a:prstGeom>
          <a:solidFill>
            <a:srgbClr val="F2EFDE"/>
          </a:solidFill>
          <a:ln w="19050">
            <a:solidFill>
              <a:srgbClr val="E1DBC0"/>
            </a:solidFill>
          </a:ln>
        </p:spPr>
        <p:txBody>
          <a:bodyPr wrap="square" rtlCol="0" anchor="ctr"/>
          <a:lstStyle/>
          <a:p>
            <a:pPr indent="0" marL="0">
              <a:buNone/>
            </a:pPr>
            <a:endParaRPr lang="en-US" dirty="0"/>
          </a:p>
        </p:txBody>
      </p:sp>
      <p:sp>
        <p:nvSpPr>
          <p:cNvPr id="24" name="Text 22"/>
          <p:cNvSpPr/>
          <p:nvPr/>
        </p:nvSpPr>
        <p:spPr>
          <a:xfrm>
            <a:off x="6533720" y="5975747"/>
            <a:ext cx="5220411" cy="939998"/>
          </a:xfrm>
          <a:prstGeom prst="rect">
            <a:avLst/>
          </a:prstGeom>
          <a:noFill/>
          <a:ln/>
        </p:spPr>
        <p:txBody>
          <a:bodyPr wrap="square" lIns="0" tIns="0" rIns="0" bIns="0" rtlCol="0" anchor="t"/>
          <a:lstStyle/>
          <a:p>
            <a:pPr algn="ctr" indent="0" marL="0">
              <a:lnSpc>
                <a:spcPts val="7403"/>
              </a:lnSpc>
              <a:buNone/>
            </a:pPr>
            <a:r>
              <a:rPr lang="en-US" sz="7050" b="1" dirty="0">
                <a:solidFill>
                  <a:srgbClr val="24321C"/>
                </a:solidFill>
                <a:latin typeface="Noto Serif SC" pitchFamily="34" charset="0"/>
                <a:ea typeface="Noto Serif SC" pitchFamily="34" charset="-122"/>
                <a:cs typeface="Noto Serif SC" pitchFamily="34" charset="-120"/>
              </a:rPr>
              <a:t>菜花儿</a:t>
            </a:r>
            <a:endParaRPr lang="en-US" sz="7050" dirty="0"/>
          </a:p>
        </p:txBody>
      </p:sp>
      <p:sp>
        <p:nvSpPr>
          <p:cNvPr id="25" name="Text 23"/>
          <p:cNvSpPr/>
          <p:nvPr/>
        </p:nvSpPr>
        <p:spPr>
          <a:xfrm>
            <a:off x="12064901" y="5632847"/>
            <a:ext cx="5384750" cy="1625798"/>
          </a:xfrm>
          <a:prstGeom prst="roundRect">
            <a:avLst>
              <a:gd name="adj" fmla="val 11717"/>
            </a:avLst>
          </a:prstGeom>
          <a:solidFill>
            <a:srgbClr val="F2EFDE"/>
          </a:solidFill>
          <a:ln w="19050">
            <a:solidFill>
              <a:srgbClr val="E1DBC0"/>
            </a:solidFill>
          </a:ln>
        </p:spPr>
        <p:txBody>
          <a:bodyPr wrap="square" rtlCol="0" anchor="ctr"/>
          <a:lstStyle/>
          <a:p>
            <a:pPr indent="0" marL="0">
              <a:buNone/>
            </a:pPr>
            <a:endParaRPr lang="en-US" dirty="0"/>
          </a:p>
        </p:txBody>
      </p:sp>
      <p:sp>
        <p:nvSpPr>
          <p:cNvPr id="26" name="Text 24"/>
          <p:cNvSpPr/>
          <p:nvPr/>
        </p:nvSpPr>
        <p:spPr>
          <a:xfrm>
            <a:off x="12147070" y="5975747"/>
            <a:ext cx="5220411" cy="939998"/>
          </a:xfrm>
          <a:prstGeom prst="rect">
            <a:avLst/>
          </a:prstGeom>
          <a:noFill/>
          <a:ln/>
        </p:spPr>
        <p:txBody>
          <a:bodyPr wrap="square" lIns="0" tIns="0" rIns="0" bIns="0" rtlCol="0" anchor="t"/>
          <a:lstStyle/>
          <a:p>
            <a:pPr algn="ctr" indent="0" marL="0">
              <a:lnSpc>
                <a:spcPts val="7403"/>
              </a:lnSpc>
              <a:buNone/>
            </a:pPr>
            <a:r>
              <a:rPr lang="en-US" sz="7050" b="1" dirty="0">
                <a:solidFill>
                  <a:srgbClr val="24321C"/>
                </a:solidFill>
                <a:latin typeface="Noto Serif SC" pitchFamily="34" charset="0"/>
                <a:ea typeface="Noto Serif SC" pitchFamily="34" charset="-122"/>
                <a:cs typeface="Noto Serif SC" pitchFamily="34" charset="-120"/>
              </a:rPr>
              <a:t>西红柿</a:t>
            </a:r>
            <a:endParaRPr lang="en-US" sz="7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8288000" cy="8096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804862"/>
            <a:ext cx="18288000" cy="0"/>
          </a:xfrm>
          <a:prstGeom prst="line">
            <a:avLst/>
          </a:prstGeom>
          <a:noFill/>
          <a:ln w="9525">
            <a:solidFill>
              <a:srgbClr val="E1DBC0"/>
            </a:solidFill>
            <a:prstDash val="solid"/>
          </a:ln>
        </p:spPr>
      </p:sp>
      <p:sp>
        <p:nvSpPr>
          <p:cNvPr id="4" name="Text 2"/>
          <p:cNvSpPr/>
          <p:nvPr/>
        </p:nvSpPr>
        <p:spPr>
          <a:xfrm>
            <a:off x="762000" y="0"/>
            <a:ext cx="16764000" cy="47625"/>
          </a:xfrm>
          <a:prstGeom prst="rect">
            <a:avLst/>
          </a:prstGeom>
          <a:solidFill>
            <a:srgbClr val="4C7A2C"/>
          </a:solidFill>
          <a:ln/>
        </p:spPr>
        <p:txBody>
          <a:bodyPr wrap="square" rtlCol="0" anchor="ctr"/>
          <a:lstStyle/>
          <a:p>
            <a:pPr indent="0" marL="0">
              <a:buNone/>
            </a:pPr>
            <a:endParaRPr lang="en-US" dirty="0"/>
          </a:p>
        </p:txBody>
      </p:sp>
      <p:sp>
        <p:nvSpPr>
          <p:cNvPr id="5" name="Text 3"/>
          <p:cNvSpPr/>
          <p:nvPr/>
        </p:nvSpPr>
        <p:spPr>
          <a:xfrm>
            <a:off x="838200" y="2731294"/>
            <a:ext cx="16943832" cy="314325"/>
          </a:xfrm>
          <a:prstGeom prst="rect">
            <a:avLst/>
          </a:prstGeom>
          <a:noFill/>
          <a:ln/>
        </p:spPr>
        <p:txBody>
          <a:bodyPr wrap="square" lIns="0" tIns="0" rIns="0" bIns="0" rtlCol="0" anchor="t"/>
          <a:lstStyle/>
          <a:p>
            <a:pPr algn="l" indent="0" marL="0">
              <a:spcAft>
                <a:spcPts val="1350"/>
              </a:spcAft>
              <a:buNone/>
            </a:pPr>
            <a:r>
              <a:rPr lang="en-US" sz="1800" b="1" dirty="0">
                <a:solidFill>
                  <a:srgbClr val="4C7A2C"/>
                </a:solidFill>
                <a:latin typeface="Noto Sans" pitchFamily="34" charset="0"/>
                <a:ea typeface="Noto Sans" pitchFamily="34" charset="-122"/>
                <a:cs typeface="Noto Sans" pitchFamily="34" charset="-120"/>
              </a:rPr>
              <a:t>写字 · COPY THE TEXT 2 NEW WORDS — STROKE ORDER ON THE BOARD</a:t>
            </a:r>
            <a:endParaRPr lang="en-US" sz="1800" dirty="0"/>
          </a:p>
        </p:txBody>
      </p:sp>
      <p:sp>
        <p:nvSpPr>
          <p:cNvPr id="6" name="Text 4"/>
          <p:cNvSpPr/>
          <p:nvPr/>
        </p:nvSpPr>
        <p:spPr>
          <a:xfrm>
            <a:off x="838200" y="7122319"/>
            <a:ext cx="16611600" cy="1157288"/>
          </a:xfrm>
          <a:prstGeom prst="roundRect">
            <a:avLst>
              <a:gd name="adj" fmla="val 9877"/>
            </a:avLst>
          </a:prstGeom>
          <a:solidFill>
            <a:srgbClr val="4C7A2C">
              <a:alpha val="12000"/>
            </a:srgbClr>
          </a:solidFill>
          <a:ln w="19050">
            <a:solidFill>
              <a:srgbClr val="4C7A2C"/>
            </a:solidFill>
          </a:ln>
        </p:spPr>
        <p:txBody>
          <a:bodyPr wrap="square" rtlCol="0" anchor="ctr"/>
          <a:lstStyle/>
          <a:p>
            <a:pPr indent="0" marL="0">
              <a:buNone/>
            </a:pPr>
            <a:endParaRPr lang="en-US" dirty="0"/>
          </a:p>
        </p:txBody>
      </p:sp>
      <p:sp>
        <p:nvSpPr>
          <p:cNvPr id="7" name="Text 5"/>
          <p:cNvSpPr/>
          <p:nvPr/>
        </p:nvSpPr>
        <p:spPr>
          <a:xfrm>
            <a:off x="1123950" y="7350919"/>
            <a:ext cx="10933125" cy="285750"/>
          </a:xfrm>
          <a:prstGeom prst="rect">
            <a:avLst/>
          </a:prstGeom>
          <a:noFill/>
          <a:ln/>
        </p:spPr>
        <p:txBody>
          <a:bodyPr wrap="square" lIns="0" tIns="0" rIns="0" bIns="0" rtlCol="0" anchor="t"/>
          <a:lstStyle/>
          <a:p>
            <a:pPr algn="l" indent="0" marL="0">
              <a:buNone/>
            </a:pPr>
            <a:r>
              <a:rPr lang="en-US" sz="1650" b="1" dirty="0">
                <a:solidFill>
                  <a:srgbClr val="4C7A2C"/>
                </a:solidFill>
                <a:latin typeface="Noto Sans" pitchFamily="34" charset="0"/>
                <a:ea typeface="Noto Sans" pitchFamily="34" charset="-122"/>
                <a:cs typeface="Noto Sans" pitchFamily="34" charset="-120"/>
              </a:rPr>
              <a:t>EXTRA WORDS · RECOGNITION ONLY</a:t>
            </a:r>
            <a:endParaRPr lang="en-US" sz="1650" dirty="0"/>
          </a:p>
        </p:txBody>
      </p:sp>
      <p:sp>
        <p:nvSpPr>
          <p:cNvPr id="8" name="Text 6"/>
          <p:cNvSpPr/>
          <p:nvPr/>
        </p:nvSpPr>
        <p:spPr>
          <a:xfrm>
            <a:off x="1123950" y="7636669"/>
            <a:ext cx="10933125" cy="414338"/>
          </a:xfrm>
          <a:prstGeom prst="rect">
            <a:avLst/>
          </a:prstGeom>
          <a:noFill/>
          <a:ln/>
        </p:spPr>
        <p:txBody>
          <a:bodyPr wrap="square" lIns="0" tIns="0" rIns="0" bIns="0" rtlCol="0" anchor="t"/>
          <a:lstStyle/>
          <a:p>
            <a:pPr algn="l" indent="0" marL="0">
              <a:lnSpc>
                <a:spcPts val="3263"/>
              </a:lnSpc>
              <a:buNone/>
            </a:pPr>
            <a:r>
              <a:rPr lang="en-US" sz="2250" dirty="0">
                <a:solidFill>
                  <a:srgbClr val="24321C"/>
                </a:solidFill>
                <a:latin typeface="Noto Sans" pitchFamily="34" charset="0"/>
                <a:ea typeface="Noto Sans" pitchFamily="34" charset="-122"/>
                <a:cs typeface="Noto Sans" pitchFamily="34" charset="-120"/>
              </a:rPr>
              <a:t>葡萄 pútao grapes · 李子 lǐzi plum · 桃子 táozi peach · 草莓 cǎoméi strawberry</a:t>
            </a:r>
            <a:endParaRPr lang="en-US" sz="2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8288000" cy="8096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804862"/>
            <a:ext cx="18288000" cy="0"/>
          </a:xfrm>
          <a:prstGeom prst="line">
            <a:avLst/>
          </a:prstGeom>
          <a:noFill/>
          <a:ln w="9525">
            <a:solidFill>
              <a:srgbClr val="E1DBC0"/>
            </a:solidFill>
            <a:prstDash val="solid"/>
          </a:ln>
        </p:spPr>
      </p:sp>
      <p:sp>
        <p:nvSpPr>
          <p:cNvPr id="4" name="Text 2"/>
          <p:cNvSpPr/>
          <p:nvPr/>
        </p:nvSpPr>
        <p:spPr>
          <a:xfrm>
            <a:off x="762000" y="0"/>
            <a:ext cx="16764000" cy="47625"/>
          </a:xfrm>
          <a:prstGeom prst="rect">
            <a:avLst/>
          </a:prstGeom>
          <a:solidFill>
            <a:srgbClr val="4C7A2C"/>
          </a:solidFill>
          <a:ln/>
        </p:spPr>
        <p:txBody>
          <a:bodyPr wrap="square" rtlCol="0" anchor="ctr"/>
          <a:lstStyle/>
          <a:p>
            <a:pPr indent="0" marL="0">
              <a:buNone/>
            </a:pPr>
            <a:endParaRPr lang="en-US" dirty="0"/>
          </a:p>
        </p:txBody>
      </p:sp>
      <p:sp>
        <p:nvSpPr>
          <p:cNvPr id="5" name="Text 3"/>
          <p:cNvSpPr/>
          <p:nvPr/>
        </p:nvSpPr>
        <p:spPr>
          <a:xfrm>
            <a:off x="838200" y="1463576"/>
            <a:ext cx="16943832" cy="314325"/>
          </a:xfrm>
          <a:prstGeom prst="rect">
            <a:avLst/>
          </a:prstGeom>
          <a:noFill/>
          <a:ln/>
        </p:spPr>
        <p:txBody>
          <a:bodyPr wrap="square" lIns="0" tIns="0" rIns="0" bIns="0" rtlCol="0" anchor="t"/>
          <a:lstStyle/>
          <a:p>
            <a:pPr algn="l" indent="0" marL="0">
              <a:spcAft>
                <a:spcPts val="1350"/>
              </a:spcAft>
              <a:buNone/>
            </a:pPr>
            <a:r>
              <a:rPr lang="en-US" sz="1800" b="1" dirty="0">
                <a:solidFill>
                  <a:srgbClr val="4C7A2C"/>
                </a:solidFill>
                <a:latin typeface="Noto Sans" pitchFamily="34" charset="0"/>
                <a:ea typeface="Noto Sans" pitchFamily="34" charset="-122"/>
                <a:cs typeface="Noto Sans" pitchFamily="34" charset="-120"/>
              </a:rPr>
              <a:t>句型 · KEY SENTENCE PATTERN</a:t>
            </a:r>
            <a:endParaRPr lang="en-US" sz="1800" dirty="0"/>
          </a:p>
        </p:txBody>
      </p:sp>
      <p:sp>
        <p:nvSpPr>
          <p:cNvPr id="6" name="Text 4"/>
          <p:cNvSpPr/>
          <p:nvPr/>
        </p:nvSpPr>
        <p:spPr>
          <a:xfrm>
            <a:off x="838200" y="1949351"/>
            <a:ext cx="16611600" cy="1922115"/>
          </a:xfrm>
          <a:prstGeom prst="roundRect">
            <a:avLst>
              <a:gd name="adj" fmla="val 9911"/>
            </a:avLst>
          </a:prstGeom>
          <a:solidFill>
            <a:srgbClr val="E8E2C8"/>
          </a:solidFill>
          <a:ln w="28575">
            <a:solidFill>
              <a:srgbClr val="B93F2C"/>
            </a:solidFill>
          </a:ln>
        </p:spPr>
        <p:txBody>
          <a:bodyPr wrap="square" rtlCol="0" anchor="ctr"/>
          <a:lstStyle/>
          <a:p>
            <a:pPr indent="0" marL="0">
              <a:buNone/>
            </a:pPr>
            <a:endParaRPr lang="en-US" dirty="0"/>
          </a:p>
        </p:txBody>
      </p:sp>
      <p:sp>
        <p:nvSpPr>
          <p:cNvPr id="7" name="Text 5"/>
          <p:cNvSpPr/>
          <p:nvPr/>
        </p:nvSpPr>
        <p:spPr>
          <a:xfrm>
            <a:off x="1089851" y="2244626"/>
            <a:ext cx="16108299" cy="817215"/>
          </a:xfrm>
          <a:prstGeom prst="rect">
            <a:avLst/>
          </a:prstGeom>
          <a:noFill/>
          <a:ln/>
        </p:spPr>
        <p:txBody>
          <a:bodyPr wrap="square" lIns="0" tIns="0" rIns="0" bIns="0" rtlCol="0" anchor="t"/>
          <a:lstStyle/>
          <a:p>
            <a:pPr algn="ctr" indent="0" marL="0">
              <a:lnSpc>
                <a:spcPts val="6435"/>
              </a:lnSpc>
              <a:buNone/>
            </a:pPr>
            <a:r>
              <a:rPr lang="en-US" sz="4950" dirty="0">
                <a:solidFill>
                  <a:srgbClr val="24321C"/>
                </a:solidFill>
                <a:latin typeface="Noto Serif SC" pitchFamily="34" charset="0"/>
                <a:ea typeface="Noto Serif SC" pitchFamily="34" charset="-122"/>
                <a:cs typeface="Noto Serif SC" pitchFamily="34" charset="-120"/>
              </a:rPr>
              <a:t>A、B、C，我</a:t>
            </a:r>
            <a:r>
              <a:rPr lang="en-US" sz="4950" b="1" dirty="0">
                <a:solidFill>
                  <a:srgbClr val="B93F2C"/>
                </a:solidFill>
                <a:latin typeface="Noto Serif SC" pitchFamily="34" charset="0"/>
                <a:ea typeface="Noto Serif SC" pitchFamily="34" charset="-122"/>
                <a:cs typeface="Noto Serif SC" pitchFamily="34" charset="-120"/>
              </a:rPr>
              <a:t>都</a:t>
            </a:r>
            <a:r>
              <a:rPr lang="en-US" sz="4950" dirty="0">
                <a:solidFill>
                  <a:srgbClr val="24321C"/>
                </a:solidFill>
                <a:latin typeface="Noto Serif SC" pitchFamily="34" charset="0"/>
                <a:ea typeface="Noto Serif SC" pitchFamily="34" charset="-122"/>
                <a:cs typeface="Noto Serif SC" pitchFamily="34" charset="-120"/>
              </a:rPr>
              <a:t>喜欢吃。</a:t>
            </a:r>
            <a:endParaRPr lang="en-US" sz="4950" dirty="0"/>
          </a:p>
        </p:txBody>
      </p:sp>
      <p:sp>
        <p:nvSpPr>
          <p:cNvPr id="8" name="Text 6"/>
          <p:cNvSpPr/>
          <p:nvPr/>
        </p:nvSpPr>
        <p:spPr>
          <a:xfrm>
            <a:off x="1089851" y="3195191"/>
            <a:ext cx="16108299" cy="381000"/>
          </a:xfrm>
          <a:prstGeom prst="rect">
            <a:avLst/>
          </a:prstGeom>
          <a:noFill/>
          <a:ln/>
        </p:spPr>
        <p:txBody>
          <a:bodyPr wrap="square" lIns="0" tIns="0" rIns="0" bIns="0" rtlCol="0" anchor="t"/>
          <a:lstStyle/>
          <a:p>
            <a:pPr algn="ctr" indent="0" marL="0">
              <a:spcBef>
                <a:spcPts val="1050"/>
              </a:spcBef>
              <a:buNone/>
            </a:pPr>
            <a:r>
              <a:rPr lang="en-US" sz="2100" dirty="0">
                <a:solidFill>
                  <a:srgbClr val="4E5A42"/>
                </a:solidFill>
                <a:latin typeface="Noto Sans" pitchFamily="34" charset="0"/>
                <a:ea typeface="Noto Sans" pitchFamily="34" charset="-122"/>
                <a:cs typeface="Noto Sans" pitchFamily="34" charset="-120"/>
              </a:rPr>
              <a:t>The list comes first — then 都 — then the verb.</a:t>
            </a:r>
            <a:endParaRPr lang="en-US" sz="2100" dirty="0"/>
          </a:p>
        </p:txBody>
      </p:sp>
      <p:sp>
        <p:nvSpPr>
          <p:cNvPr id="9" name="Text 7"/>
          <p:cNvSpPr/>
          <p:nvPr/>
        </p:nvSpPr>
        <p:spPr>
          <a:xfrm>
            <a:off x="838200" y="4319141"/>
            <a:ext cx="388620" cy="457200"/>
          </a:xfrm>
          <a:prstGeom prst="rect">
            <a:avLst/>
          </a:prstGeom>
          <a:noFill/>
          <a:ln/>
        </p:spPr>
        <p:txBody>
          <a:bodyPr wrap="square" lIns="0" tIns="0" rIns="0" bIns="0" rtlCol="0" anchor="t"/>
          <a:lstStyle/>
          <a:p>
            <a:pPr algn="l" indent="0" marL="0">
              <a:buNone/>
            </a:pPr>
            <a:r>
              <a:rPr lang="en-US" sz="2550" b="1" dirty="0">
                <a:solidFill>
                  <a:srgbClr val="B96A12"/>
                </a:solidFill>
                <a:latin typeface="Noto Serif SC" pitchFamily="34" charset="0"/>
                <a:ea typeface="Noto Serif SC" pitchFamily="34" charset="-122"/>
                <a:cs typeface="Noto Serif SC" pitchFamily="34" charset="-120"/>
              </a:rPr>
              <a:t>1</a:t>
            </a:r>
            <a:endParaRPr lang="en-US" sz="2550" dirty="0"/>
          </a:p>
        </p:txBody>
      </p:sp>
      <p:sp>
        <p:nvSpPr>
          <p:cNvPr id="10" name="Text 8"/>
          <p:cNvSpPr/>
          <p:nvPr/>
        </p:nvSpPr>
        <p:spPr>
          <a:xfrm>
            <a:off x="1447800" y="4214366"/>
            <a:ext cx="6703695" cy="591443"/>
          </a:xfrm>
          <a:prstGeom prst="rect">
            <a:avLst/>
          </a:prstGeom>
          <a:noFill/>
          <a:ln/>
        </p:spPr>
        <p:txBody>
          <a:bodyPr wrap="square" lIns="0" tIns="0" rIns="0" bIns="0" rtlCol="0" anchor="t"/>
          <a:lstStyle/>
          <a:p>
            <a:pPr algn="l" indent="0" marL="0">
              <a:lnSpc>
                <a:spcPts val="4658"/>
              </a:lnSpc>
              <a:buNone/>
            </a:pPr>
            <a:r>
              <a:rPr lang="en-US" sz="3450" b="1" dirty="0">
                <a:solidFill>
                  <a:srgbClr val="24321C"/>
                </a:solidFill>
                <a:latin typeface="Noto Serif SC" pitchFamily="34" charset="0"/>
                <a:ea typeface="Noto Serif SC" pitchFamily="34" charset="-122"/>
                <a:cs typeface="Noto Serif SC" pitchFamily="34" charset="-120"/>
              </a:rPr>
              <a:t>苹果、香蕉、橘子，我都喜欢吃。</a:t>
            </a:r>
            <a:endParaRPr lang="en-US" sz="3450" dirty="0"/>
          </a:p>
        </p:txBody>
      </p:sp>
      <p:sp>
        <p:nvSpPr>
          <p:cNvPr id="11" name="Text 9"/>
          <p:cNvSpPr/>
          <p:nvPr/>
        </p:nvSpPr>
        <p:spPr>
          <a:xfrm>
            <a:off x="1447800" y="4805809"/>
            <a:ext cx="6703695" cy="352425"/>
          </a:xfrm>
          <a:prstGeom prst="rect">
            <a:avLst/>
          </a:prstGeom>
          <a:noFill/>
          <a:ln/>
        </p:spPr>
        <p:txBody>
          <a:bodyPr wrap="square" lIns="0" tIns="0" rIns="0" bIns="0" rtlCol="0" anchor="t"/>
          <a:lstStyle/>
          <a:p>
            <a:pPr algn="l" indent="0" marL="0">
              <a:buNone/>
            </a:pPr>
            <a:r>
              <a:rPr lang="en-US" sz="1950" dirty="0">
                <a:solidFill>
                  <a:srgbClr val="78805F"/>
                </a:solidFill>
                <a:latin typeface="Noto Sans" pitchFamily="34" charset="0"/>
                <a:ea typeface="Noto Sans" pitchFamily="34" charset="-122"/>
                <a:cs typeface="Noto Sans" pitchFamily="34" charset="-120"/>
              </a:rPr>
              <a:t>Apples, bananas, tangerines — I like them all.</a:t>
            </a:r>
            <a:endParaRPr lang="en-US" sz="1950" dirty="0"/>
          </a:p>
        </p:txBody>
      </p:sp>
      <p:sp>
        <p:nvSpPr>
          <p:cNvPr id="12" name="Text 10"/>
          <p:cNvSpPr/>
          <p:nvPr/>
        </p:nvSpPr>
        <p:spPr>
          <a:xfrm>
            <a:off x="838200" y="5396359"/>
            <a:ext cx="388620" cy="457200"/>
          </a:xfrm>
          <a:prstGeom prst="rect">
            <a:avLst/>
          </a:prstGeom>
          <a:noFill/>
          <a:ln/>
        </p:spPr>
        <p:txBody>
          <a:bodyPr wrap="square" lIns="0" tIns="0" rIns="0" bIns="0" rtlCol="0" anchor="t"/>
          <a:lstStyle/>
          <a:p>
            <a:pPr algn="l" indent="0" marL="0">
              <a:buNone/>
            </a:pPr>
            <a:r>
              <a:rPr lang="en-US" sz="2550" b="1" dirty="0">
                <a:solidFill>
                  <a:srgbClr val="B96A12"/>
                </a:solidFill>
                <a:latin typeface="Noto Serif SC" pitchFamily="34" charset="0"/>
                <a:ea typeface="Noto Serif SC" pitchFamily="34" charset="-122"/>
                <a:cs typeface="Noto Serif SC" pitchFamily="34" charset="-120"/>
              </a:rPr>
              <a:t>2</a:t>
            </a:r>
            <a:endParaRPr lang="en-US" sz="2550" dirty="0"/>
          </a:p>
        </p:txBody>
      </p:sp>
      <p:sp>
        <p:nvSpPr>
          <p:cNvPr id="13" name="Text 11"/>
          <p:cNvSpPr/>
          <p:nvPr/>
        </p:nvSpPr>
        <p:spPr>
          <a:xfrm>
            <a:off x="1447800" y="5291584"/>
            <a:ext cx="4916043" cy="591443"/>
          </a:xfrm>
          <a:prstGeom prst="rect">
            <a:avLst/>
          </a:prstGeom>
          <a:noFill/>
          <a:ln/>
        </p:spPr>
        <p:txBody>
          <a:bodyPr wrap="square" lIns="0" tIns="0" rIns="0" bIns="0" rtlCol="0" anchor="t"/>
          <a:lstStyle/>
          <a:p>
            <a:pPr algn="l" indent="0" marL="0">
              <a:lnSpc>
                <a:spcPts val="4658"/>
              </a:lnSpc>
              <a:buNone/>
            </a:pPr>
            <a:r>
              <a:rPr lang="en-US" sz="3450" b="1" dirty="0">
                <a:solidFill>
                  <a:srgbClr val="24321C"/>
                </a:solidFill>
                <a:latin typeface="Noto Serif SC" pitchFamily="34" charset="0"/>
                <a:ea typeface="Noto Serif SC" pitchFamily="34" charset="-122"/>
                <a:cs typeface="Noto Serif SC" pitchFamily="34" charset="-120"/>
              </a:rPr>
              <a:t>这些水果我都不喜欢吃。</a:t>
            </a:r>
            <a:endParaRPr lang="en-US" sz="3450" dirty="0"/>
          </a:p>
        </p:txBody>
      </p:sp>
      <p:sp>
        <p:nvSpPr>
          <p:cNvPr id="14" name="Text 12"/>
          <p:cNvSpPr/>
          <p:nvPr/>
        </p:nvSpPr>
        <p:spPr>
          <a:xfrm>
            <a:off x="1447800" y="5883027"/>
            <a:ext cx="4916043" cy="352425"/>
          </a:xfrm>
          <a:prstGeom prst="rect">
            <a:avLst/>
          </a:prstGeom>
          <a:noFill/>
          <a:ln/>
        </p:spPr>
        <p:txBody>
          <a:bodyPr wrap="square" lIns="0" tIns="0" rIns="0" bIns="0" rtlCol="0" anchor="t"/>
          <a:lstStyle/>
          <a:p>
            <a:pPr algn="l" indent="0" marL="0">
              <a:buNone/>
            </a:pPr>
            <a:r>
              <a:rPr lang="en-US" sz="1950" dirty="0">
                <a:solidFill>
                  <a:srgbClr val="78805F"/>
                </a:solidFill>
                <a:latin typeface="Noto Sans" pitchFamily="34" charset="0"/>
                <a:ea typeface="Noto Sans" pitchFamily="34" charset="-122"/>
                <a:cs typeface="Noto Sans" pitchFamily="34" charset="-120"/>
              </a:rPr>
              <a:t>I don't like any of these fruits.</a:t>
            </a:r>
            <a:endParaRPr lang="en-US" sz="1950" dirty="0"/>
          </a:p>
        </p:txBody>
      </p:sp>
      <p:sp>
        <p:nvSpPr>
          <p:cNvPr id="15" name="Text 13"/>
          <p:cNvSpPr/>
          <p:nvPr/>
        </p:nvSpPr>
        <p:spPr>
          <a:xfrm>
            <a:off x="838200" y="6473577"/>
            <a:ext cx="388620" cy="457200"/>
          </a:xfrm>
          <a:prstGeom prst="rect">
            <a:avLst/>
          </a:prstGeom>
          <a:noFill/>
          <a:ln/>
        </p:spPr>
        <p:txBody>
          <a:bodyPr wrap="square" lIns="0" tIns="0" rIns="0" bIns="0" rtlCol="0" anchor="t"/>
          <a:lstStyle/>
          <a:p>
            <a:pPr algn="l" indent="0" marL="0">
              <a:buNone/>
            </a:pPr>
            <a:r>
              <a:rPr lang="en-US" sz="2550" b="1" dirty="0">
                <a:solidFill>
                  <a:srgbClr val="B96A12"/>
                </a:solidFill>
                <a:latin typeface="Noto Serif SC" pitchFamily="34" charset="0"/>
                <a:ea typeface="Noto Serif SC" pitchFamily="34" charset="-122"/>
                <a:cs typeface="Noto Serif SC" pitchFamily="34" charset="-120"/>
              </a:rPr>
              <a:t>3</a:t>
            </a:r>
            <a:endParaRPr lang="en-US" sz="2550" dirty="0"/>
          </a:p>
        </p:txBody>
      </p:sp>
      <p:sp>
        <p:nvSpPr>
          <p:cNvPr id="16" name="Text 14"/>
          <p:cNvSpPr/>
          <p:nvPr/>
        </p:nvSpPr>
        <p:spPr>
          <a:xfrm>
            <a:off x="1447800" y="6368802"/>
            <a:ext cx="3658797" cy="591443"/>
          </a:xfrm>
          <a:prstGeom prst="rect">
            <a:avLst/>
          </a:prstGeom>
          <a:noFill/>
          <a:ln/>
        </p:spPr>
        <p:txBody>
          <a:bodyPr wrap="square" lIns="0" tIns="0" rIns="0" bIns="0" rtlCol="0" anchor="t"/>
          <a:lstStyle/>
          <a:p>
            <a:pPr algn="l" indent="0" marL="0">
              <a:lnSpc>
                <a:spcPts val="4658"/>
              </a:lnSpc>
              <a:buNone/>
            </a:pPr>
            <a:r>
              <a:rPr lang="en-US" sz="3450" b="1" dirty="0">
                <a:solidFill>
                  <a:srgbClr val="24321C"/>
                </a:solidFill>
                <a:latin typeface="Noto Serif SC" pitchFamily="34" charset="0"/>
                <a:ea typeface="Noto Serif SC" pitchFamily="34" charset="-122"/>
                <a:cs typeface="Noto Serif SC" pitchFamily="34" charset="-120"/>
              </a:rPr>
              <a:t>我每天都吃水果。</a:t>
            </a:r>
            <a:endParaRPr lang="en-US" sz="3450" dirty="0"/>
          </a:p>
        </p:txBody>
      </p:sp>
      <p:sp>
        <p:nvSpPr>
          <p:cNvPr id="17" name="Text 15"/>
          <p:cNvSpPr/>
          <p:nvPr/>
        </p:nvSpPr>
        <p:spPr>
          <a:xfrm>
            <a:off x="1447800" y="6960245"/>
            <a:ext cx="3658797" cy="352425"/>
          </a:xfrm>
          <a:prstGeom prst="rect">
            <a:avLst/>
          </a:prstGeom>
          <a:noFill/>
          <a:ln/>
        </p:spPr>
        <p:txBody>
          <a:bodyPr wrap="square" lIns="0" tIns="0" rIns="0" bIns="0" rtlCol="0" anchor="t"/>
          <a:lstStyle/>
          <a:p>
            <a:pPr algn="l" indent="0" marL="0">
              <a:buNone/>
            </a:pPr>
            <a:r>
              <a:rPr lang="en-US" sz="1950" dirty="0">
                <a:solidFill>
                  <a:srgbClr val="78805F"/>
                </a:solidFill>
                <a:latin typeface="Noto Sans" pitchFamily="34" charset="0"/>
                <a:ea typeface="Noto Sans" pitchFamily="34" charset="-122"/>
                <a:cs typeface="Noto Sans" pitchFamily="34" charset="-120"/>
              </a:rPr>
              <a:t>都 with a time word, not a list.</a:t>
            </a:r>
            <a:endParaRPr lang="en-US" sz="1950" dirty="0"/>
          </a:p>
        </p:txBody>
      </p:sp>
      <p:sp>
        <p:nvSpPr>
          <p:cNvPr id="18" name="Text 16"/>
          <p:cNvSpPr/>
          <p:nvPr/>
        </p:nvSpPr>
        <p:spPr>
          <a:xfrm>
            <a:off x="838200" y="7550795"/>
            <a:ext cx="388620" cy="457200"/>
          </a:xfrm>
          <a:prstGeom prst="rect">
            <a:avLst/>
          </a:prstGeom>
          <a:noFill/>
          <a:ln/>
        </p:spPr>
        <p:txBody>
          <a:bodyPr wrap="square" lIns="0" tIns="0" rIns="0" bIns="0" rtlCol="0" anchor="t"/>
          <a:lstStyle/>
          <a:p>
            <a:pPr algn="l" indent="0" marL="0">
              <a:buNone/>
            </a:pPr>
            <a:r>
              <a:rPr lang="en-US" sz="2550" b="1" dirty="0">
                <a:solidFill>
                  <a:srgbClr val="B96A12"/>
                </a:solidFill>
                <a:latin typeface="Noto Serif SC" pitchFamily="34" charset="0"/>
                <a:ea typeface="Noto Serif SC" pitchFamily="34" charset="-122"/>
                <a:cs typeface="Noto Serif SC" pitchFamily="34" charset="-120"/>
              </a:rPr>
              <a:t>4</a:t>
            </a:r>
            <a:endParaRPr lang="en-US" sz="2550" dirty="0"/>
          </a:p>
        </p:txBody>
      </p:sp>
      <p:sp>
        <p:nvSpPr>
          <p:cNvPr id="19" name="Text 17"/>
          <p:cNvSpPr/>
          <p:nvPr/>
        </p:nvSpPr>
        <p:spPr>
          <a:xfrm>
            <a:off x="1447800" y="7446020"/>
            <a:ext cx="11172825" cy="591443"/>
          </a:xfrm>
          <a:prstGeom prst="rect">
            <a:avLst/>
          </a:prstGeom>
          <a:noFill/>
          <a:ln/>
        </p:spPr>
        <p:txBody>
          <a:bodyPr wrap="square" lIns="0" tIns="0" rIns="0" bIns="0" rtlCol="0" anchor="t"/>
          <a:lstStyle/>
          <a:p>
            <a:pPr algn="l" indent="0" marL="0">
              <a:lnSpc>
                <a:spcPts val="4658"/>
              </a:lnSpc>
              <a:buNone/>
            </a:pPr>
            <a:r>
              <a:rPr lang="en-US" sz="3450" b="1" dirty="0">
                <a:solidFill>
                  <a:srgbClr val="4C7A2C"/>
                </a:solidFill>
                <a:latin typeface="Noto Serif SC" pitchFamily="34" charset="0"/>
                <a:ea typeface="Noto Serif SC" pitchFamily="34" charset="-122"/>
                <a:cs typeface="Noto Serif SC" pitchFamily="34" charset="-120"/>
              </a:rPr>
              <a:t>苹果、香蕉、橘子，我都喜欢吃，可是我最喜欢吃苹果。</a:t>
            </a:r>
            <a:endParaRPr lang="en-US" sz="3450" dirty="0"/>
          </a:p>
        </p:txBody>
      </p:sp>
      <p:sp>
        <p:nvSpPr>
          <p:cNvPr id="20" name="Text 18"/>
          <p:cNvSpPr/>
          <p:nvPr/>
        </p:nvSpPr>
        <p:spPr>
          <a:xfrm>
            <a:off x="1447800" y="8037463"/>
            <a:ext cx="11172825" cy="352425"/>
          </a:xfrm>
          <a:prstGeom prst="rect">
            <a:avLst/>
          </a:prstGeom>
          <a:noFill/>
          <a:ln/>
        </p:spPr>
        <p:txBody>
          <a:bodyPr wrap="square" lIns="0" tIns="0" rIns="0" bIns="0" rtlCol="0" anchor="t"/>
          <a:lstStyle/>
          <a:p>
            <a:pPr algn="l" indent="0" marL="0">
              <a:buNone/>
            </a:pPr>
            <a:r>
              <a:rPr lang="en-US" sz="1950" dirty="0">
                <a:solidFill>
                  <a:srgbClr val="78805F"/>
                </a:solidFill>
                <a:latin typeface="Noto Sans" pitchFamily="34" charset="0"/>
                <a:ea typeface="Noto Sans" pitchFamily="34" charset="-122"/>
                <a:cs typeface="Noto Sans" pitchFamily="34" charset="-120"/>
              </a:rPr>
              <a:t>The list, 都, 可是, and a superlative — the hardest one.</a:t>
            </a:r>
            <a:endParaRPr lang="en-US" sz="1950" dirty="0"/>
          </a:p>
        </p:txBody>
      </p:sp>
      <p:sp>
        <p:nvSpPr>
          <p:cNvPr id="21" name="Text 19"/>
          <p:cNvSpPr/>
          <p:nvPr/>
        </p:nvSpPr>
        <p:spPr>
          <a:xfrm>
            <a:off x="838200" y="8389888"/>
            <a:ext cx="16611600" cy="1157288"/>
          </a:xfrm>
          <a:prstGeom prst="roundRect">
            <a:avLst>
              <a:gd name="adj" fmla="val 9877"/>
            </a:avLst>
          </a:prstGeom>
          <a:solidFill>
            <a:srgbClr val="B93F2C">
              <a:alpha val="11000"/>
            </a:srgbClr>
          </a:solidFill>
          <a:ln w="19050">
            <a:solidFill>
              <a:srgbClr val="B93F2C"/>
            </a:solidFill>
          </a:ln>
        </p:spPr>
        <p:txBody>
          <a:bodyPr wrap="square" rtlCol="0" anchor="ctr"/>
          <a:lstStyle/>
          <a:p>
            <a:pPr indent="0" marL="0">
              <a:buNone/>
            </a:pPr>
            <a:endParaRPr lang="en-US" dirty="0"/>
          </a:p>
        </p:txBody>
      </p:sp>
      <p:sp>
        <p:nvSpPr>
          <p:cNvPr id="22" name="Text 20"/>
          <p:cNvSpPr/>
          <p:nvPr/>
        </p:nvSpPr>
        <p:spPr>
          <a:xfrm>
            <a:off x="1123950" y="8618488"/>
            <a:ext cx="10558320" cy="285750"/>
          </a:xfrm>
          <a:prstGeom prst="rect">
            <a:avLst/>
          </a:prstGeom>
          <a:noFill/>
          <a:ln/>
        </p:spPr>
        <p:txBody>
          <a:bodyPr wrap="square" lIns="0" tIns="0" rIns="0" bIns="0" rtlCol="0" anchor="t"/>
          <a:lstStyle/>
          <a:p>
            <a:pPr algn="l" indent="0" marL="0">
              <a:buNone/>
            </a:pPr>
            <a:r>
              <a:rPr lang="en-US" sz="1650" b="1" dirty="0">
                <a:solidFill>
                  <a:srgbClr val="B93F2C"/>
                </a:solidFill>
                <a:latin typeface="Noto Sans" pitchFamily="34" charset="0"/>
                <a:ea typeface="Noto Sans" pitchFamily="34" charset="-122"/>
                <a:cs typeface="Noto Sans" pitchFamily="34" charset="-120"/>
              </a:rPr>
              <a:t>COMMON MISTAKE</a:t>
            </a:r>
            <a:endParaRPr lang="en-US" sz="1650" dirty="0"/>
          </a:p>
        </p:txBody>
      </p:sp>
      <p:sp>
        <p:nvSpPr>
          <p:cNvPr id="23" name="Text 21"/>
          <p:cNvSpPr/>
          <p:nvPr/>
        </p:nvSpPr>
        <p:spPr>
          <a:xfrm>
            <a:off x="1123950" y="8904238"/>
            <a:ext cx="10558320" cy="414338"/>
          </a:xfrm>
          <a:prstGeom prst="rect">
            <a:avLst/>
          </a:prstGeom>
          <a:noFill/>
          <a:ln/>
        </p:spPr>
        <p:txBody>
          <a:bodyPr wrap="square" lIns="0" tIns="0" rIns="0" bIns="0" rtlCol="0" anchor="t"/>
          <a:lstStyle/>
          <a:p>
            <a:pPr algn="l" indent="0" marL="0">
              <a:lnSpc>
                <a:spcPts val="3263"/>
              </a:lnSpc>
              <a:buNone/>
            </a:pPr>
            <a:r>
              <a:rPr lang="en-US" sz="2250" dirty="0">
                <a:solidFill>
                  <a:srgbClr val="24321C"/>
                </a:solidFill>
                <a:latin typeface="Noto Sans" pitchFamily="34" charset="0"/>
                <a:ea typeface="Noto Sans" pitchFamily="34" charset="-122"/>
                <a:cs typeface="Noto Sans" pitchFamily="34" charset="-120"/>
              </a:rPr>
              <a:t>我都喜欢吃苹果。 is wrong. 都 needs a </a:t>
            </a:r>
            <a:r>
              <a:rPr lang="en-US" sz="2250" b="1" dirty="0">
                <a:solidFill>
                  <a:srgbClr val="24321C"/>
                </a:solidFill>
                <a:latin typeface="Noto Sans" pitchFamily="34" charset="0"/>
                <a:ea typeface="Noto Sans" pitchFamily="34" charset="-122"/>
                <a:cs typeface="Noto Sans" pitchFamily="34" charset="-120"/>
              </a:rPr>
              <a:t>plural set</a:t>
            </a:r>
            <a:r>
              <a:rPr lang="en-US" sz="2250" dirty="0">
                <a:solidFill>
                  <a:srgbClr val="24321C"/>
                </a:solidFill>
                <a:latin typeface="Noto Sans" pitchFamily="34" charset="0"/>
                <a:ea typeface="Noto Sans" pitchFamily="34" charset="-122"/>
                <a:cs typeface="Noto Sans" pitchFamily="34" charset="-120"/>
              </a:rPr>
              <a:t> in front of it, not one item.</a:t>
            </a:r>
            <a:endParaRPr lang="en-US" sz="2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8288000" cy="8096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804862"/>
            <a:ext cx="18288000" cy="0"/>
          </a:xfrm>
          <a:prstGeom prst="line">
            <a:avLst/>
          </a:prstGeom>
          <a:noFill/>
          <a:ln w="9525">
            <a:solidFill>
              <a:srgbClr val="E1DBC0"/>
            </a:solidFill>
            <a:prstDash val="solid"/>
          </a:ln>
        </p:spPr>
      </p:sp>
      <p:sp>
        <p:nvSpPr>
          <p:cNvPr id="4" name="Text 2"/>
          <p:cNvSpPr/>
          <p:nvPr/>
        </p:nvSpPr>
        <p:spPr>
          <a:xfrm>
            <a:off x="762000" y="0"/>
            <a:ext cx="16764000" cy="47625"/>
          </a:xfrm>
          <a:prstGeom prst="rect">
            <a:avLst/>
          </a:prstGeom>
          <a:solidFill>
            <a:srgbClr val="4C7A2C"/>
          </a:solidFill>
          <a:ln/>
        </p:spPr>
        <p:txBody>
          <a:bodyPr wrap="square" rtlCol="0" anchor="ctr"/>
          <a:lstStyle/>
          <a:p>
            <a:pPr indent="0" marL="0">
              <a:buNone/>
            </a:pPr>
            <a:endParaRPr lang="en-US" dirty="0"/>
          </a:p>
        </p:txBody>
      </p:sp>
      <p:sp>
        <p:nvSpPr>
          <p:cNvPr id="5" name="Text 3"/>
          <p:cNvSpPr/>
          <p:nvPr/>
        </p:nvSpPr>
        <p:spPr>
          <a:xfrm>
            <a:off x="838200" y="1181100"/>
            <a:ext cx="16943832" cy="314325"/>
          </a:xfrm>
          <a:prstGeom prst="rect">
            <a:avLst/>
          </a:prstGeom>
          <a:noFill/>
          <a:ln/>
        </p:spPr>
        <p:txBody>
          <a:bodyPr wrap="square" lIns="0" tIns="0" rIns="0" bIns="0" rtlCol="0" anchor="t"/>
          <a:lstStyle/>
          <a:p>
            <a:pPr algn="l" indent="0" marL="0">
              <a:spcAft>
                <a:spcPts val="1350"/>
              </a:spcAft>
              <a:buNone/>
            </a:pPr>
            <a:r>
              <a:rPr lang="en-US" sz="1800" b="1" dirty="0">
                <a:solidFill>
                  <a:srgbClr val="4C7A2C"/>
                </a:solidFill>
                <a:latin typeface="Noto Sans" pitchFamily="34" charset="0"/>
                <a:ea typeface="Noto Sans" pitchFamily="34" charset="-122"/>
                <a:cs typeface="Noto Sans" pitchFamily="34" charset="-120"/>
              </a:rPr>
              <a:t>词汇总览 · EVERYTHING FROM THIS LESSON</a:t>
            </a:r>
            <a:endParaRPr lang="en-US" sz="1800" dirty="0"/>
          </a:p>
        </p:txBody>
      </p:sp>
      <p:sp>
        <p:nvSpPr>
          <p:cNvPr id="6" name="Text 4"/>
          <p:cNvSpPr/>
          <p:nvPr/>
        </p:nvSpPr>
        <p:spPr>
          <a:xfrm>
            <a:off x="838200" y="1666875"/>
            <a:ext cx="3154561" cy="2372618"/>
          </a:xfrm>
          <a:prstGeom prst="roundRect">
            <a:avLst>
              <a:gd name="adj" fmla="val 8029"/>
            </a:avLst>
          </a:prstGeom>
          <a:solidFill>
            <a:srgbClr val="F2EFDE"/>
          </a:solidFill>
          <a:ln w="19050">
            <a:solidFill>
              <a:srgbClr val="E1DBC0"/>
            </a:solidFill>
          </a:ln>
        </p:spPr>
        <p:txBody>
          <a:bodyPr wrap="square" rtlCol="0" anchor="ctr"/>
          <a:lstStyle/>
          <a:p>
            <a:pPr indent="0" marL="0">
              <a:buNone/>
            </a:pPr>
            <a:endParaRPr lang="en-US" dirty="0"/>
          </a:p>
        </p:txBody>
      </p:sp>
      <p:pic>
        <p:nvPicPr>
          <p:cNvPr id="7" name="Image 0" descr="/Users/luojiahai/code/deck/index/designs/y8-l10/img/shuigu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05880" y="1876425"/>
            <a:ext cx="1219200" cy="1219200"/>
          </a:xfrm>
          <a:prstGeom prst="rect">
            <a:avLst/>
          </a:prstGeom>
        </p:spPr>
      </p:pic>
      <p:sp>
        <p:nvSpPr>
          <p:cNvPr id="8" name="Text 5"/>
          <p:cNvSpPr/>
          <p:nvPr/>
        </p:nvSpPr>
        <p:spPr>
          <a:xfrm>
            <a:off x="1824930" y="3190875"/>
            <a:ext cx="1204722" cy="620018"/>
          </a:xfrm>
          <a:prstGeom prst="rect">
            <a:avLst/>
          </a:prstGeom>
          <a:noFill/>
          <a:ln/>
        </p:spPr>
        <p:txBody>
          <a:bodyPr wrap="square" lIns="0" tIns="0" rIns="0" bIns="0" rtlCol="0" anchor="t"/>
          <a:lstStyle/>
          <a:p>
            <a:pPr algn="l" indent="0" marL="0">
              <a:lnSpc>
                <a:spcPts val="4883"/>
              </a:lnSpc>
              <a:buNone/>
            </a:pPr>
            <a:r>
              <a:rPr lang="en-US" sz="4650" b="1" dirty="0">
                <a:solidFill>
                  <a:srgbClr val="24321C"/>
                </a:solidFill>
                <a:latin typeface="Noto Serif SC" pitchFamily="34" charset="0"/>
                <a:ea typeface="Noto Serif SC" pitchFamily="34" charset="-122"/>
                <a:cs typeface="Noto Serif SC" pitchFamily="34" charset="-120"/>
              </a:rPr>
              <a:t>水果</a:t>
            </a:r>
            <a:endParaRPr lang="en-US" sz="4650" dirty="0"/>
          </a:p>
        </p:txBody>
      </p:sp>
      <p:sp>
        <p:nvSpPr>
          <p:cNvPr id="9" name="Text 6"/>
          <p:cNvSpPr/>
          <p:nvPr/>
        </p:nvSpPr>
        <p:spPr>
          <a:xfrm>
            <a:off x="4202311" y="1666875"/>
            <a:ext cx="3154710" cy="2372618"/>
          </a:xfrm>
          <a:prstGeom prst="roundRect">
            <a:avLst>
              <a:gd name="adj" fmla="val 8029"/>
            </a:avLst>
          </a:prstGeom>
          <a:solidFill>
            <a:srgbClr val="F2EFDE"/>
          </a:solidFill>
          <a:ln w="19050">
            <a:solidFill>
              <a:srgbClr val="E1DBC0"/>
            </a:solidFill>
          </a:ln>
        </p:spPr>
        <p:txBody>
          <a:bodyPr wrap="square" rtlCol="0" anchor="ctr"/>
          <a:lstStyle/>
          <a:p>
            <a:pPr indent="0" marL="0">
              <a:buNone/>
            </a:pPr>
            <a:endParaRPr lang="en-US" dirty="0"/>
          </a:p>
        </p:txBody>
      </p:sp>
      <p:pic>
        <p:nvPicPr>
          <p:cNvPr id="10" name="Image 1" descr="/Users/luojiahai/code/deck/index/designs/y8-l10/img/pingguo.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69991" y="1876425"/>
            <a:ext cx="1219200" cy="1219200"/>
          </a:xfrm>
          <a:prstGeom prst="rect">
            <a:avLst/>
          </a:prstGeom>
        </p:spPr>
      </p:pic>
      <p:sp>
        <p:nvSpPr>
          <p:cNvPr id="11" name="Text 7"/>
          <p:cNvSpPr/>
          <p:nvPr/>
        </p:nvSpPr>
        <p:spPr>
          <a:xfrm>
            <a:off x="5189041" y="3190875"/>
            <a:ext cx="1204722" cy="620018"/>
          </a:xfrm>
          <a:prstGeom prst="rect">
            <a:avLst/>
          </a:prstGeom>
          <a:noFill/>
          <a:ln/>
        </p:spPr>
        <p:txBody>
          <a:bodyPr wrap="square" lIns="0" tIns="0" rIns="0" bIns="0" rtlCol="0" anchor="t"/>
          <a:lstStyle/>
          <a:p>
            <a:pPr algn="l" indent="0" marL="0">
              <a:lnSpc>
                <a:spcPts val="4883"/>
              </a:lnSpc>
              <a:buNone/>
            </a:pPr>
            <a:r>
              <a:rPr lang="en-US" sz="4650" b="1" dirty="0">
                <a:solidFill>
                  <a:srgbClr val="24321C"/>
                </a:solidFill>
                <a:latin typeface="Noto Serif SC" pitchFamily="34" charset="0"/>
                <a:ea typeface="Noto Serif SC" pitchFamily="34" charset="-122"/>
                <a:cs typeface="Noto Serif SC" pitchFamily="34" charset="-120"/>
              </a:rPr>
              <a:t>苹果</a:t>
            </a:r>
            <a:endParaRPr lang="en-US" sz="4650" dirty="0"/>
          </a:p>
        </p:txBody>
      </p:sp>
      <p:sp>
        <p:nvSpPr>
          <p:cNvPr id="12" name="Text 8"/>
          <p:cNvSpPr/>
          <p:nvPr/>
        </p:nvSpPr>
        <p:spPr>
          <a:xfrm>
            <a:off x="7566571" y="1666875"/>
            <a:ext cx="3154710" cy="2372618"/>
          </a:xfrm>
          <a:prstGeom prst="roundRect">
            <a:avLst>
              <a:gd name="adj" fmla="val 8029"/>
            </a:avLst>
          </a:prstGeom>
          <a:solidFill>
            <a:srgbClr val="F2EFDE"/>
          </a:solidFill>
          <a:ln w="19050">
            <a:solidFill>
              <a:srgbClr val="E1DBC0"/>
            </a:solidFill>
          </a:ln>
        </p:spPr>
        <p:txBody>
          <a:bodyPr wrap="square" rtlCol="0" anchor="ctr"/>
          <a:lstStyle/>
          <a:p>
            <a:pPr indent="0" marL="0">
              <a:buNone/>
            </a:pPr>
            <a:endParaRPr lang="en-US" dirty="0"/>
          </a:p>
        </p:txBody>
      </p:sp>
      <p:pic>
        <p:nvPicPr>
          <p:cNvPr id="13" name="Image 2" descr="/Users/luojiahai/code/deck/index/designs/y8-l10/img/xiangjiao.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34251" y="1876425"/>
            <a:ext cx="1219200" cy="1219200"/>
          </a:xfrm>
          <a:prstGeom prst="rect">
            <a:avLst/>
          </a:prstGeom>
        </p:spPr>
      </p:pic>
      <p:sp>
        <p:nvSpPr>
          <p:cNvPr id="14" name="Text 9"/>
          <p:cNvSpPr/>
          <p:nvPr/>
        </p:nvSpPr>
        <p:spPr>
          <a:xfrm>
            <a:off x="8553301" y="3190875"/>
            <a:ext cx="1204722" cy="620018"/>
          </a:xfrm>
          <a:prstGeom prst="rect">
            <a:avLst/>
          </a:prstGeom>
          <a:noFill/>
          <a:ln/>
        </p:spPr>
        <p:txBody>
          <a:bodyPr wrap="square" lIns="0" tIns="0" rIns="0" bIns="0" rtlCol="0" anchor="t"/>
          <a:lstStyle/>
          <a:p>
            <a:pPr algn="l" indent="0" marL="0">
              <a:lnSpc>
                <a:spcPts val="4883"/>
              </a:lnSpc>
              <a:buNone/>
            </a:pPr>
            <a:r>
              <a:rPr lang="en-US" sz="4650" b="1" dirty="0">
                <a:solidFill>
                  <a:srgbClr val="24321C"/>
                </a:solidFill>
                <a:latin typeface="Noto Serif SC" pitchFamily="34" charset="0"/>
                <a:ea typeface="Noto Serif SC" pitchFamily="34" charset="-122"/>
                <a:cs typeface="Noto Serif SC" pitchFamily="34" charset="-120"/>
              </a:rPr>
              <a:t>香蕉</a:t>
            </a:r>
            <a:endParaRPr lang="en-US" sz="4650" dirty="0"/>
          </a:p>
        </p:txBody>
      </p:sp>
      <p:sp>
        <p:nvSpPr>
          <p:cNvPr id="15" name="Text 10"/>
          <p:cNvSpPr/>
          <p:nvPr/>
        </p:nvSpPr>
        <p:spPr>
          <a:xfrm>
            <a:off x="10930830" y="1666875"/>
            <a:ext cx="3154710" cy="2372618"/>
          </a:xfrm>
          <a:prstGeom prst="roundRect">
            <a:avLst>
              <a:gd name="adj" fmla="val 8029"/>
            </a:avLst>
          </a:prstGeom>
          <a:solidFill>
            <a:srgbClr val="F2EFDE"/>
          </a:solidFill>
          <a:ln w="19050">
            <a:solidFill>
              <a:srgbClr val="E1DBC0"/>
            </a:solidFill>
          </a:ln>
        </p:spPr>
        <p:txBody>
          <a:bodyPr wrap="square" rtlCol="0" anchor="ctr"/>
          <a:lstStyle/>
          <a:p>
            <a:pPr indent="0" marL="0">
              <a:buNone/>
            </a:pPr>
            <a:endParaRPr lang="en-US" dirty="0"/>
          </a:p>
        </p:txBody>
      </p:sp>
      <p:pic>
        <p:nvPicPr>
          <p:cNvPr id="16" name="Image 3" descr="/Users/luojiahai/code/deck/index/designs/y8-l10/img/juzi.sv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898511" y="1876425"/>
            <a:ext cx="1219200" cy="1219200"/>
          </a:xfrm>
          <a:prstGeom prst="rect">
            <a:avLst/>
          </a:prstGeom>
        </p:spPr>
      </p:pic>
      <p:sp>
        <p:nvSpPr>
          <p:cNvPr id="17" name="Text 11"/>
          <p:cNvSpPr/>
          <p:nvPr/>
        </p:nvSpPr>
        <p:spPr>
          <a:xfrm>
            <a:off x="11917561" y="3190875"/>
            <a:ext cx="1204722" cy="620018"/>
          </a:xfrm>
          <a:prstGeom prst="rect">
            <a:avLst/>
          </a:prstGeom>
          <a:noFill/>
          <a:ln/>
        </p:spPr>
        <p:txBody>
          <a:bodyPr wrap="square" lIns="0" tIns="0" rIns="0" bIns="0" rtlCol="0" anchor="t"/>
          <a:lstStyle/>
          <a:p>
            <a:pPr algn="l" indent="0" marL="0">
              <a:lnSpc>
                <a:spcPts val="4883"/>
              </a:lnSpc>
              <a:buNone/>
            </a:pPr>
            <a:r>
              <a:rPr lang="en-US" sz="4650" b="1" dirty="0">
                <a:solidFill>
                  <a:srgbClr val="24321C"/>
                </a:solidFill>
                <a:latin typeface="Noto Serif SC" pitchFamily="34" charset="0"/>
                <a:ea typeface="Noto Serif SC" pitchFamily="34" charset="-122"/>
                <a:cs typeface="Noto Serif SC" pitchFamily="34" charset="-120"/>
              </a:rPr>
              <a:t>橘子</a:t>
            </a:r>
            <a:endParaRPr lang="en-US" sz="4650" dirty="0"/>
          </a:p>
        </p:txBody>
      </p:sp>
      <p:sp>
        <p:nvSpPr>
          <p:cNvPr id="18" name="Text 12"/>
          <p:cNvSpPr/>
          <p:nvPr/>
        </p:nvSpPr>
        <p:spPr>
          <a:xfrm>
            <a:off x="14295090" y="1666875"/>
            <a:ext cx="3154710" cy="2372618"/>
          </a:xfrm>
          <a:prstGeom prst="roundRect">
            <a:avLst>
              <a:gd name="adj" fmla="val 8029"/>
            </a:avLst>
          </a:prstGeom>
          <a:solidFill>
            <a:srgbClr val="F2EFDE"/>
          </a:solidFill>
          <a:ln w="19050">
            <a:solidFill>
              <a:srgbClr val="E1DBC0"/>
            </a:solidFill>
          </a:ln>
        </p:spPr>
        <p:txBody>
          <a:bodyPr wrap="square" rtlCol="0" anchor="ctr"/>
          <a:lstStyle/>
          <a:p>
            <a:pPr indent="0" marL="0">
              <a:buNone/>
            </a:pPr>
            <a:endParaRPr lang="en-US" dirty="0"/>
          </a:p>
        </p:txBody>
      </p:sp>
      <p:pic>
        <p:nvPicPr>
          <p:cNvPr id="19" name="Image 4" descr="/Users/luojiahai/code/deck/index/designs/y8-l10/img/shucai.sv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262771" y="1876425"/>
            <a:ext cx="1219200" cy="1219200"/>
          </a:xfrm>
          <a:prstGeom prst="rect">
            <a:avLst/>
          </a:prstGeom>
        </p:spPr>
      </p:pic>
      <p:sp>
        <p:nvSpPr>
          <p:cNvPr id="20" name="Text 13"/>
          <p:cNvSpPr/>
          <p:nvPr/>
        </p:nvSpPr>
        <p:spPr>
          <a:xfrm>
            <a:off x="15281821" y="3190875"/>
            <a:ext cx="1204722" cy="620018"/>
          </a:xfrm>
          <a:prstGeom prst="rect">
            <a:avLst/>
          </a:prstGeom>
          <a:noFill/>
          <a:ln/>
        </p:spPr>
        <p:txBody>
          <a:bodyPr wrap="square" lIns="0" tIns="0" rIns="0" bIns="0" rtlCol="0" anchor="t"/>
          <a:lstStyle/>
          <a:p>
            <a:pPr algn="l" indent="0" marL="0">
              <a:lnSpc>
                <a:spcPts val="4883"/>
              </a:lnSpc>
              <a:buNone/>
            </a:pPr>
            <a:r>
              <a:rPr lang="en-US" sz="4650" b="1" dirty="0">
                <a:solidFill>
                  <a:srgbClr val="24321C"/>
                </a:solidFill>
                <a:latin typeface="Noto Serif SC" pitchFamily="34" charset="0"/>
                <a:ea typeface="Noto Serif SC" pitchFamily="34" charset="-122"/>
                <a:cs typeface="Noto Serif SC" pitchFamily="34" charset="-120"/>
              </a:rPr>
              <a:t>蔬菜</a:t>
            </a:r>
            <a:endParaRPr lang="en-US" sz="4650" dirty="0"/>
          </a:p>
        </p:txBody>
      </p:sp>
      <p:sp>
        <p:nvSpPr>
          <p:cNvPr id="21" name="Text 14"/>
          <p:cNvSpPr/>
          <p:nvPr/>
        </p:nvSpPr>
        <p:spPr>
          <a:xfrm>
            <a:off x="838200" y="4249043"/>
            <a:ext cx="3154561" cy="2372618"/>
          </a:xfrm>
          <a:prstGeom prst="roundRect">
            <a:avLst>
              <a:gd name="adj" fmla="val 8029"/>
            </a:avLst>
          </a:prstGeom>
          <a:solidFill>
            <a:srgbClr val="F2EFDE"/>
          </a:solidFill>
          <a:ln w="19050">
            <a:solidFill>
              <a:srgbClr val="E1DBC0"/>
            </a:solidFill>
          </a:ln>
        </p:spPr>
        <p:txBody>
          <a:bodyPr wrap="square" rtlCol="0" anchor="ctr"/>
          <a:lstStyle/>
          <a:p>
            <a:pPr indent="0" marL="0">
              <a:buNone/>
            </a:pPr>
            <a:endParaRPr lang="en-US" dirty="0"/>
          </a:p>
        </p:txBody>
      </p:sp>
      <p:pic>
        <p:nvPicPr>
          <p:cNvPr id="22" name="Image 5" descr="/Users/luojiahai/code/deck/index/designs/y8-l10/img/shengcai.sv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805880" y="4458593"/>
            <a:ext cx="1219200" cy="1219200"/>
          </a:xfrm>
          <a:prstGeom prst="rect">
            <a:avLst/>
          </a:prstGeom>
        </p:spPr>
      </p:pic>
      <p:sp>
        <p:nvSpPr>
          <p:cNvPr id="23" name="Text 15"/>
          <p:cNvSpPr/>
          <p:nvPr/>
        </p:nvSpPr>
        <p:spPr>
          <a:xfrm>
            <a:off x="1824930" y="5773043"/>
            <a:ext cx="1204722" cy="620018"/>
          </a:xfrm>
          <a:prstGeom prst="rect">
            <a:avLst/>
          </a:prstGeom>
          <a:noFill/>
          <a:ln/>
        </p:spPr>
        <p:txBody>
          <a:bodyPr wrap="square" lIns="0" tIns="0" rIns="0" bIns="0" rtlCol="0" anchor="t"/>
          <a:lstStyle/>
          <a:p>
            <a:pPr algn="l" indent="0" marL="0">
              <a:lnSpc>
                <a:spcPts val="4883"/>
              </a:lnSpc>
              <a:buNone/>
            </a:pPr>
            <a:r>
              <a:rPr lang="en-US" sz="4650" b="1" dirty="0">
                <a:solidFill>
                  <a:srgbClr val="24321C"/>
                </a:solidFill>
                <a:latin typeface="Noto Serif SC" pitchFamily="34" charset="0"/>
                <a:ea typeface="Noto Serif SC" pitchFamily="34" charset="-122"/>
                <a:cs typeface="Noto Serif SC" pitchFamily="34" charset="-120"/>
              </a:rPr>
              <a:t>生菜</a:t>
            </a:r>
            <a:endParaRPr lang="en-US" sz="4650" dirty="0"/>
          </a:p>
        </p:txBody>
      </p:sp>
      <p:sp>
        <p:nvSpPr>
          <p:cNvPr id="24" name="Text 16"/>
          <p:cNvSpPr/>
          <p:nvPr/>
        </p:nvSpPr>
        <p:spPr>
          <a:xfrm>
            <a:off x="4202311" y="4249043"/>
            <a:ext cx="3154710" cy="2372618"/>
          </a:xfrm>
          <a:prstGeom prst="roundRect">
            <a:avLst>
              <a:gd name="adj" fmla="val 8029"/>
            </a:avLst>
          </a:prstGeom>
          <a:solidFill>
            <a:srgbClr val="F2EFDE"/>
          </a:solidFill>
          <a:ln w="19050">
            <a:solidFill>
              <a:srgbClr val="E1DBC0"/>
            </a:solidFill>
          </a:ln>
        </p:spPr>
        <p:txBody>
          <a:bodyPr wrap="square" rtlCol="0" anchor="ctr"/>
          <a:lstStyle/>
          <a:p>
            <a:pPr indent="0" marL="0">
              <a:buNone/>
            </a:pPr>
            <a:endParaRPr lang="en-US" dirty="0"/>
          </a:p>
        </p:txBody>
      </p:sp>
      <p:pic>
        <p:nvPicPr>
          <p:cNvPr id="25" name="Image 6" descr="/Users/luojiahai/code/deck/index/designs/y8-l10/img/huanggua.sv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169991" y="4458593"/>
            <a:ext cx="1219200" cy="1219200"/>
          </a:xfrm>
          <a:prstGeom prst="rect">
            <a:avLst/>
          </a:prstGeom>
        </p:spPr>
      </p:pic>
      <p:sp>
        <p:nvSpPr>
          <p:cNvPr id="26" name="Text 17"/>
          <p:cNvSpPr/>
          <p:nvPr/>
        </p:nvSpPr>
        <p:spPr>
          <a:xfrm>
            <a:off x="5189041" y="5773043"/>
            <a:ext cx="1204722" cy="620018"/>
          </a:xfrm>
          <a:prstGeom prst="rect">
            <a:avLst/>
          </a:prstGeom>
          <a:noFill/>
          <a:ln/>
        </p:spPr>
        <p:txBody>
          <a:bodyPr wrap="square" lIns="0" tIns="0" rIns="0" bIns="0" rtlCol="0" anchor="t"/>
          <a:lstStyle/>
          <a:p>
            <a:pPr algn="l" indent="0" marL="0">
              <a:lnSpc>
                <a:spcPts val="4883"/>
              </a:lnSpc>
              <a:buNone/>
            </a:pPr>
            <a:r>
              <a:rPr lang="en-US" sz="4650" b="1" dirty="0">
                <a:solidFill>
                  <a:srgbClr val="24321C"/>
                </a:solidFill>
                <a:latin typeface="Noto Serif SC" pitchFamily="34" charset="0"/>
                <a:ea typeface="Noto Serif SC" pitchFamily="34" charset="-122"/>
                <a:cs typeface="Noto Serif SC" pitchFamily="34" charset="-120"/>
              </a:rPr>
              <a:t>黄瓜</a:t>
            </a:r>
            <a:endParaRPr lang="en-US" sz="4650" dirty="0"/>
          </a:p>
        </p:txBody>
      </p:sp>
      <p:sp>
        <p:nvSpPr>
          <p:cNvPr id="27" name="Text 18"/>
          <p:cNvSpPr/>
          <p:nvPr/>
        </p:nvSpPr>
        <p:spPr>
          <a:xfrm>
            <a:off x="7566571" y="4249043"/>
            <a:ext cx="3154710" cy="2372618"/>
          </a:xfrm>
          <a:prstGeom prst="roundRect">
            <a:avLst>
              <a:gd name="adj" fmla="val 8029"/>
            </a:avLst>
          </a:prstGeom>
          <a:solidFill>
            <a:srgbClr val="F2EFDE"/>
          </a:solidFill>
          <a:ln w="19050">
            <a:solidFill>
              <a:srgbClr val="E1DBC0"/>
            </a:solidFill>
          </a:ln>
        </p:spPr>
        <p:txBody>
          <a:bodyPr wrap="square" rtlCol="0" anchor="ctr"/>
          <a:lstStyle/>
          <a:p>
            <a:pPr indent="0" marL="0">
              <a:buNone/>
            </a:pPr>
            <a:endParaRPr lang="en-US" dirty="0"/>
          </a:p>
        </p:txBody>
      </p:sp>
      <p:pic>
        <p:nvPicPr>
          <p:cNvPr id="28" name="Image 7" descr="/Users/luojiahai/code/deck/index/designs/y8-l10/img/tudou.sv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534251" y="4458593"/>
            <a:ext cx="1219200" cy="1219200"/>
          </a:xfrm>
          <a:prstGeom prst="rect">
            <a:avLst/>
          </a:prstGeom>
        </p:spPr>
      </p:pic>
      <p:sp>
        <p:nvSpPr>
          <p:cNvPr id="29" name="Text 19"/>
          <p:cNvSpPr/>
          <p:nvPr/>
        </p:nvSpPr>
        <p:spPr>
          <a:xfrm>
            <a:off x="8553301" y="5773043"/>
            <a:ext cx="1204722" cy="620018"/>
          </a:xfrm>
          <a:prstGeom prst="rect">
            <a:avLst/>
          </a:prstGeom>
          <a:noFill/>
          <a:ln/>
        </p:spPr>
        <p:txBody>
          <a:bodyPr wrap="square" lIns="0" tIns="0" rIns="0" bIns="0" rtlCol="0" anchor="t"/>
          <a:lstStyle/>
          <a:p>
            <a:pPr algn="l" indent="0" marL="0">
              <a:lnSpc>
                <a:spcPts val="4883"/>
              </a:lnSpc>
              <a:buNone/>
            </a:pPr>
            <a:r>
              <a:rPr lang="en-US" sz="4650" b="1" dirty="0">
                <a:solidFill>
                  <a:srgbClr val="24321C"/>
                </a:solidFill>
                <a:latin typeface="Noto Serif SC" pitchFamily="34" charset="0"/>
                <a:ea typeface="Noto Serif SC" pitchFamily="34" charset="-122"/>
                <a:cs typeface="Noto Serif SC" pitchFamily="34" charset="-120"/>
              </a:rPr>
              <a:t>土豆</a:t>
            </a:r>
            <a:endParaRPr lang="en-US" sz="4650" dirty="0"/>
          </a:p>
        </p:txBody>
      </p:sp>
      <p:sp>
        <p:nvSpPr>
          <p:cNvPr id="30" name="Text 20"/>
          <p:cNvSpPr/>
          <p:nvPr/>
        </p:nvSpPr>
        <p:spPr>
          <a:xfrm>
            <a:off x="10930830" y="4249043"/>
            <a:ext cx="3154710" cy="2372618"/>
          </a:xfrm>
          <a:prstGeom prst="roundRect">
            <a:avLst>
              <a:gd name="adj" fmla="val 8029"/>
            </a:avLst>
          </a:prstGeom>
          <a:solidFill>
            <a:srgbClr val="F2EFDE"/>
          </a:solidFill>
          <a:ln w="19050">
            <a:solidFill>
              <a:srgbClr val="E1DBC0"/>
            </a:solidFill>
          </a:ln>
        </p:spPr>
        <p:txBody>
          <a:bodyPr wrap="square" rtlCol="0" anchor="ctr"/>
          <a:lstStyle/>
          <a:p>
            <a:pPr indent="0" marL="0">
              <a:buNone/>
            </a:pPr>
            <a:endParaRPr lang="en-US" dirty="0"/>
          </a:p>
        </p:txBody>
      </p:sp>
      <p:pic>
        <p:nvPicPr>
          <p:cNvPr id="31" name="Image 8" descr="/Users/luojiahai/code/deck/index/designs/y8-l10/img/caihuar.sv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1898511" y="4458593"/>
            <a:ext cx="1219200" cy="1219200"/>
          </a:xfrm>
          <a:prstGeom prst="rect">
            <a:avLst/>
          </a:prstGeom>
        </p:spPr>
      </p:pic>
      <p:sp>
        <p:nvSpPr>
          <p:cNvPr id="32" name="Text 21"/>
          <p:cNvSpPr/>
          <p:nvPr/>
        </p:nvSpPr>
        <p:spPr>
          <a:xfrm>
            <a:off x="11822311" y="5773043"/>
            <a:ext cx="1399032" cy="479971"/>
          </a:xfrm>
          <a:prstGeom prst="rect">
            <a:avLst/>
          </a:prstGeom>
          <a:noFill/>
          <a:ln/>
        </p:spPr>
        <p:txBody>
          <a:bodyPr wrap="square" lIns="0" tIns="0" rIns="0" bIns="0" rtlCol="0" anchor="t"/>
          <a:lstStyle/>
          <a:p>
            <a:pPr algn="l" indent="0" marL="0">
              <a:lnSpc>
                <a:spcPts val="3780"/>
              </a:lnSpc>
              <a:buNone/>
            </a:pPr>
            <a:r>
              <a:rPr lang="en-US" sz="3600" b="1" dirty="0">
                <a:solidFill>
                  <a:srgbClr val="24321C"/>
                </a:solidFill>
                <a:latin typeface="Noto Serif SC" pitchFamily="34" charset="0"/>
                <a:ea typeface="Noto Serif SC" pitchFamily="34" charset="-122"/>
                <a:cs typeface="Noto Serif SC" pitchFamily="34" charset="-120"/>
              </a:rPr>
              <a:t>菜花儿</a:t>
            </a:r>
            <a:endParaRPr lang="en-US" sz="3600" dirty="0"/>
          </a:p>
        </p:txBody>
      </p:sp>
      <p:sp>
        <p:nvSpPr>
          <p:cNvPr id="33" name="Text 22"/>
          <p:cNvSpPr/>
          <p:nvPr/>
        </p:nvSpPr>
        <p:spPr>
          <a:xfrm>
            <a:off x="14295090" y="4249043"/>
            <a:ext cx="3154710" cy="2372618"/>
          </a:xfrm>
          <a:prstGeom prst="roundRect">
            <a:avLst>
              <a:gd name="adj" fmla="val 8029"/>
            </a:avLst>
          </a:prstGeom>
          <a:solidFill>
            <a:srgbClr val="F2EFDE"/>
          </a:solidFill>
          <a:ln w="19050">
            <a:solidFill>
              <a:srgbClr val="E1DBC0"/>
            </a:solidFill>
          </a:ln>
        </p:spPr>
        <p:txBody>
          <a:bodyPr wrap="square" rtlCol="0" anchor="ctr"/>
          <a:lstStyle/>
          <a:p>
            <a:pPr indent="0" marL="0">
              <a:buNone/>
            </a:pPr>
            <a:endParaRPr lang="en-US" dirty="0"/>
          </a:p>
        </p:txBody>
      </p:sp>
      <p:pic>
        <p:nvPicPr>
          <p:cNvPr id="34" name="Image 9" descr="/Users/luojiahai/code/deck/index/designs/y8-l10/img/xihongshi.sv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5262771" y="4458593"/>
            <a:ext cx="1219200" cy="1219200"/>
          </a:xfrm>
          <a:prstGeom prst="rect">
            <a:avLst/>
          </a:prstGeom>
        </p:spPr>
      </p:pic>
      <p:sp>
        <p:nvSpPr>
          <p:cNvPr id="35" name="Text 23"/>
          <p:cNvSpPr/>
          <p:nvPr/>
        </p:nvSpPr>
        <p:spPr>
          <a:xfrm>
            <a:off x="15186571" y="5773043"/>
            <a:ext cx="1399032" cy="479971"/>
          </a:xfrm>
          <a:prstGeom prst="rect">
            <a:avLst/>
          </a:prstGeom>
          <a:noFill/>
          <a:ln/>
        </p:spPr>
        <p:txBody>
          <a:bodyPr wrap="square" lIns="0" tIns="0" rIns="0" bIns="0" rtlCol="0" anchor="t"/>
          <a:lstStyle/>
          <a:p>
            <a:pPr algn="l" indent="0" marL="0">
              <a:lnSpc>
                <a:spcPts val="3780"/>
              </a:lnSpc>
              <a:buNone/>
            </a:pPr>
            <a:r>
              <a:rPr lang="en-US" sz="3600" b="1" dirty="0">
                <a:solidFill>
                  <a:srgbClr val="24321C"/>
                </a:solidFill>
                <a:latin typeface="Noto Serif SC" pitchFamily="34" charset="0"/>
                <a:ea typeface="Noto Serif SC" pitchFamily="34" charset="-122"/>
                <a:cs typeface="Noto Serif SC" pitchFamily="34" charset="-120"/>
              </a:rPr>
              <a:t>西红柿</a:t>
            </a:r>
            <a:endParaRPr lang="en-US" sz="3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8288000" cy="8096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804862"/>
            <a:ext cx="18288000" cy="0"/>
          </a:xfrm>
          <a:prstGeom prst="line">
            <a:avLst/>
          </a:prstGeom>
          <a:noFill/>
          <a:ln w="9525">
            <a:solidFill>
              <a:srgbClr val="E1DBC0"/>
            </a:solidFill>
            <a:prstDash val="solid"/>
          </a:ln>
        </p:spPr>
      </p:sp>
      <p:sp>
        <p:nvSpPr>
          <p:cNvPr id="4" name="Text 2"/>
          <p:cNvSpPr/>
          <p:nvPr/>
        </p:nvSpPr>
        <p:spPr>
          <a:xfrm>
            <a:off x="762000" y="0"/>
            <a:ext cx="16764000" cy="47625"/>
          </a:xfrm>
          <a:prstGeom prst="rect">
            <a:avLst/>
          </a:prstGeom>
          <a:solidFill>
            <a:srgbClr val="4C7A2C"/>
          </a:solidFill>
          <a:ln/>
        </p:spPr>
        <p:txBody>
          <a:bodyPr wrap="square" rtlCol="0" anchor="ctr"/>
          <a:lstStyle/>
          <a:p>
            <a:pPr indent="0" marL="0">
              <a:buNone/>
            </a:pPr>
            <a:endParaRPr lang="en-US" dirty="0"/>
          </a:p>
        </p:txBody>
      </p:sp>
      <p:sp>
        <p:nvSpPr>
          <p:cNvPr id="5" name="Text 3"/>
          <p:cNvSpPr/>
          <p:nvPr/>
        </p:nvSpPr>
        <p:spPr>
          <a:xfrm>
            <a:off x="838200" y="1181100"/>
            <a:ext cx="16943832" cy="314325"/>
          </a:xfrm>
          <a:prstGeom prst="rect">
            <a:avLst/>
          </a:prstGeom>
          <a:noFill/>
          <a:ln/>
        </p:spPr>
        <p:txBody>
          <a:bodyPr wrap="square" lIns="0" tIns="0" rIns="0" bIns="0" rtlCol="0" anchor="t"/>
          <a:lstStyle/>
          <a:p>
            <a:pPr algn="l" indent="0" marL="0">
              <a:spcAft>
                <a:spcPts val="1350"/>
              </a:spcAft>
              <a:buNone/>
            </a:pPr>
            <a:r>
              <a:rPr lang="en-US" sz="1800" b="1" dirty="0">
                <a:solidFill>
                  <a:srgbClr val="4C7A2C"/>
                </a:solidFill>
                <a:latin typeface="Noto Sans" pitchFamily="34" charset="0"/>
                <a:ea typeface="Noto Sans" pitchFamily="34" charset="-122"/>
                <a:cs typeface="Noto Sans" pitchFamily="34" charset="-120"/>
              </a:rPr>
              <a:t>ACTIVITY 1 · SORT ALL TEN — 练习册 EX.10</a:t>
            </a:r>
            <a:endParaRPr lang="en-US" sz="1800" dirty="0"/>
          </a:p>
        </p:txBody>
      </p:sp>
      <p:sp>
        <p:nvSpPr>
          <p:cNvPr id="6" name="Text 4"/>
          <p:cNvSpPr/>
          <p:nvPr/>
        </p:nvSpPr>
        <p:spPr>
          <a:xfrm>
            <a:off x="838200" y="1666875"/>
            <a:ext cx="5140672" cy="438150"/>
          </a:xfrm>
          <a:prstGeom prst="roundRect">
            <a:avLst>
              <a:gd name="adj" fmla="val 2171739"/>
            </a:avLst>
          </a:prstGeom>
          <a:solidFill>
            <a:srgbClr val="B96A12">
              <a:alpha val="14000"/>
            </a:srgbClr>
          </a:solidFill>
          <a:ln/>
        </p:spPr>
        <p:txBody>
          <a:bodyPr wrap="square" rtlCol="0" anchor="ctr"/>
          <a:lstStyle/>
          <a:p>
            <a:pPr indent="0" marL="0">
              <a:buNone/>
            </a:pPr>
            <a:endParaRPr lang="en-US" dirty="0"/>
          </a:p>
        </p:txBody>
      </p:sp>
      <p:sp>
        <p:nvSpPr>
          <p:cNvPr id="7" name="Text 5"/>
          <p:cNvSpPr/>
          <p:nvPr/>
        </p:nvSpPr>
        <p:spPr>
          <a:xfrm>
            <a:off x="1009650" y="1743075"/>
            <a:ext cx="4893728" cy="285750"/>
          </a:xfrm>
          <a:prstGeom prst="rect">
            <a:avLst/>
          </a:prstGeom>
          <a:noFill/>
          <a:ln/>
        </p:spPr>
        <p:txBody>
          <a:bodyPr wrap="square" lIns="0" tIns="0" rIns="0" bIns="0" rtlCol="0" anchor="t"/>
          <a:lstStyle/>
          <a:p>
            <a:pPr algn="l" indent="0" marL="0">
              <a:buNone/>
            </a:pPr>
            <a:r>
              <a:rPr lang="en-US" sz="1650" b="1" dirty="0">
                <a:solidFill>
                  <a:srgbClr val="B96A12"/>
                </a:solidFill>
                <a:latin typeface="Noto Sans" pitchFamily="34" charset="0"/>
                <a:ea typeface="Noto Sans" pitchFamily="34" charset="-122"/>
                <a:cs typeface="Noto Sans" pitchFamily="34" charset="-120"/>
              </a:rPr>
              <a:t>PAIRS · THREE COLUMNS · 6 MINUTES</a:t>
            </a:r>
            <a:endParaRPr lang="en-US" sz="1650" dirty="0"/>
          </a:p>
        </p:txBody>
      </p:sp>
      <p:sp>
        <p:nvSpPr>
          <p:cNvPr id="8" name="Text 6"/>
          <p:cNvSpPr/>
          <p:nvPr/>
        </p:nvSpPr>
        <p:spPr>
          <a:xfrm>
            <a:off x="838200" y="2333625"/>
            <a:ext cx="419100" cy="419100"/>
          </a:xfrm>
          <a:prstGeom prst="roundRect">
            <a:avLst>
              <a:gd name="adj" fmla="val 2270455"/>
            </a:avLst>
          </a:prstGeom>
          <a:solidFill>
            <a:srgbClr val="4C7A2C"/>
          </a:solidFill>
          <a:ln/>
        </p:spPr>
        <p:txBody>
          <a:bodyPr wrap="square" rtlCol="0" anchor="ctr"/>
          <a:lstStyle/>
          <a:p>
            <a:pPr indent="0" marL="0">
              <a:buNone/>
            </a:pPr>
            <a:endParaRPr lang="en-US" dirty="0"/>
          </a:p>
        </p:txBody>
      </p:sp>
      <p:sp>
        <p:nvSpPr>
          <p:cNvPr id="9" name="Text 7"/>
          <p:cNvSpPr/>
          <p:nvPr/>
        </p:nvSpPr>
        <p:spPr>
          <a:xfrm>
            <a:off x="997000" y="2386013"/>
            <a:ext cx="103531" cy="314325"/>
          </a:xfrm>
          <a:prstGeom prst="rect">
            <a:avLst/>
          </a:prstGeom>
          <a:noFill/>
          <a:ln/>
        </p:spPr>
        <p:txBody>
          <a:bodyPr wrap="square" lIns="0" tIns="0" rIns="0" bIns="0" rtlCol="0" anchor="t"/>
          <a:lstStyle/>
          <a:p>
            <a:pPr algn="l" indent="0" marL="0">
              <a:buNone/>
            </a:pPr>
            <a:r>
              <a:rPr lang="en-US" sz="1800" b="1" dirty="0">
                <a:solidFill>
                  <a:srgbClr val="FBFAF2"/>
                </a:solidFill>
                <a:latin typeface="Noto Sans" pitchFamily="34" charset="0"/>
                <a:ea typeface="Noto Sans" pitchFamily="34" charset="-122"/>
                <a:cs typeface="Noto Sans" pitchFamily="34" charset="-120"/>
              </a:rPr>
              <a:t>1</a:t>
            </a:r>
            <a:endParaRPr lang="en-US" sz="1800" dirty="0"/>
          </a:p>
        </p:txBody>
      </p:sp>
      <p:sp>
        <p:nvSpPr>
          <p:cNvPr id="10" name="Text 8"/>
          <p:cNvSpPr/>
          <p:nvPr/>
        </p:nvSpPr>
        <p:spPr>
          <a:xfrm>
            <a:off x="1466850" y="2333625"/>
            <a:ext cx="9641875" cy="420588"/>
          </a:xfrm>
          <a:prstGeom prst="rect">
            <a:avLst/>
          </a:prstGeom>
          <a:noFill/>
          <a:ln/>
        </p:spPr>
        <p:txBody>
          <a:bodyPr wrap="square" lIns="0" tIns="0" rIns="0" bIns="0" rtlCol="0" anchor="t"/>
          <a:lstStyle/>
          <a:p>
            <a:pPr algn="l" indent="0" marL="0">
              <a:lnSpc>
                <a:spcPts val="3312"/>
              </a:lnSpc>
              <a:buNone/>
            </a:pPr>
            <a:r>
              <a:rPr lang="en-US" sz="2400" dirty="0">
                <a:solidFill>
                  <a:srgbClr val="24321C"/>
                </a:solidFill>
                <a:latin typeface="Noto Sans" pitchFamily="34" charset="0"/>
                <a:ea typeface="Noto Sans" pitchFamily="34" charset="-122"/>
                <a:cs typeface="Noto Sans" pitchFamily="34" charset="-120"/>
              </a:rPr>
              <a:t>Sort every word into 蔬菜 / 水果 / 运动. Write them in characters.</a:t>
            </a:r>
            <a:endParaRPr lang="en-US" sz="2400" dirty="0"/>
          </a:p>
        </p:txBody>
      </p:sp>
      <p:sp>
        <p:nvSpPr>
          <p:cNvPr id="11" name="Text 9"/>
          <p:cNvSpPr/>
          <p:nvPr/>
        </p:nvSpPr>
        <p:spPr>
          <a:xfrm>
            <a:off x="838200" y="2878038"/>
            <a:ext cx="419100" cy="419100"/>
          </a:xfrm>
          <a:prstGeom prst="roundRect">
            <a:avLst>
              <a:gd name="adj" fmla="val 2270455"/>
            </a:avLst>
          </a:prstGeom>
          <a:solidFill>
            <a:srgbClr val="4C7A2C"/>
          </a:solidFill>
          <a:ln/>
        </p:spPr>
        <p:txBody>
          <a:bodyPr wrap="square" rtlCol="0" anchor="ctr"/>
          <a:lstStyle/>
          <a:p>
            <a:pPr indent="0" marL="0">
              <a:buNone/>
            </a:pPr>
            <a:endParaRPr lang="en-US" dirty="0"/>
          </a:p>
        </p:txBody>
      </p:sp>
      <p:sp>
        <p:nvSpPr>
          <p:cNvPr id="12" name="Text 10"/>
          <p:cNvSpPr/>
          <p:nvPr/>
        </p:nvSpPr>
        <p:spPr>
          <a:xfrm>
            <a:off x="976164" y="2930426"/>
            <a:ext cx="146036" cy="314325"/>
          </a:xfrm>
          <a:prstGeom prst="rect">
            <a:avLst/>
          </a:prstGeom>
          <a:noFill/>
          <a:ln/>
        </p:spPr>
        <p:txBody>
          <a:bodyPr wrap="square" lIns="0" tIns="0" rIns="0" bIns="0" rtlCol="0" anchor="t"/>
          <a:lstStyle/>
          <a:p>
            <a:pPr algn="l" indent="0" marL="0">
              <a:buNone/>
            </a:pPr>
            <a:r>
              <a:rPr lang="en-US" sz="1800" b="1" dirty="0">
                <a:solidFill>
                  <a:srgbClr val="FBFAF2"/>
                </a:solidFill>
                <a:latin typeface="Noto Sans" pitchFamily="34" charset="0"/>
                <a:ea typeface="Noto Sans" pitchFamily="34" charset="-122"/>
                <a:cs typeface="Noto Sans" pitchFamily="34" charset="-120"/>
              </a:rPr>
              <a:t>2</a:t>
            </a:r>
            <a:endParaRPr lang="en-US" sz="1800" dirty="0"/>
          </a:p>
        </p:txBody>
      </p:sp>
      <p:sp>
        <p:nvSpPr>
          <p:cNvPr id="13" name="Text 11"/>
          <p:cNvSpPr/>
          <p:nvPr/>
        </p:nvSpPr>
        <p:spPr>
          <a:xfrm>
            <a:off x="1466850" y="2878038"/>
            <a:ext cx="14118140" cy="420588"/>
          </a:xfrm>
          <a:prstGeom prst="rect">
            <a:avLst/>
          </a:prstGeom>
          <a:noFill/>
          <a:ln/>
        </p:spPr>
        <p:txBody>
          <a:bodyPr wrap="square" lIns="0" tIns="0" rIns="0" bIns="0" rtlCol="0" anchor="t"/>
          <a:lstStyle/>
          <a:p>
            <a:pPr algn="l" indent="0" marL="0">
              <a:lnSpc>
                <a:spcPts val="3312"/>
              </a:lnSpc>
              <a:buNone/>
            </a:pPr>
            <a:r>
              <a:rPr lang="en-US" sz="2400" dirty="0">
                <a:solidFill>
                  <a:srgbClr val="24321C"/>
                </a:solidFill>
                <a:latin typeface="Noto Sans" pitchFamily="34" charset="0"/>
                <a:ea typeface="Noto Sans" pitchFamily="34" charset="-122"/>
                <a:cs typeface="Noto Sans" pitchFamily="34" charset="-120"/>
              </a:rPr>
              <a:t>Two of the fruits have not been taught yet — work them out. What does the 瓜 in 西瓜 tell you?</a:t>
            </a:r>
            <a:endParaRPr lang="en-US" sz="2400" dirty="0"/>
          </a:p>
        </p:txBody>
      </p:sp>
      <p:sp>
        <p:nvSpPr>
          <p:cNvPr id="14" name="Text 12"/>
          <p:cNvSpPr/>
          <p:nvPr/>
        </p:nvSpPr>
        <p:spPr>
          <a:xfrm>
            <a:off x="838200" y="3422452"/>
            <a:ext cx="419100" cy="419100"/>
          </a:xfrm>
          <a:prstGeom prst="roundRect">
            <a:avLst>
              <a:gd name="adj" fmla="val 2270455"/>
            </a:avLst>
          </a:prstGeom>
          <a:solidFill>
            <a:srgbClr val="4C7A2C"/>
          </a:solidFill>
          <a:ln/>
        </p:spPr>
        <p:txBody>
          <a:bodyPr wrap="square" rtlCol="0" anchor="ctr"/>
          <a:lstStyle/>
          <a:p>
            <a:pPr indent="0" marL="0">
              <a:buNone/>
            </a:pPr>
            <a:endParaRPr lang="en-US" dirty="0"/>
          </a:p>
        </p:txBody>
      </p:sp>
      <p:sp>
        <p:nvSpPr>
          <p:cNvPr id="15" name="Text 13"/>
          <p:cNvSpPr/>
          <p:nvPr/>
        </p:nvSpPr>
        <p:spPr>
          <a:xfrm>
            <a:off x="975568" y="3474839"/>
            <a:ext cx="147251" cy="314325"/>
          </a:xfrm>
          <a:prstGeom prst="rect">
            <a:avLst/>
          </a:prstGeom>
          <a:noFill/>
          <a:ln/>
        </p:spPr>
        <p:txBody>
          <a:bodyPr wrap="square" lIns="0" tIns="0" rIns="0" bIns="0" rtlCol="0" anchor="t"/>
          <a:lstStyle/>
          <a:p>
            <a:pPr algn="l" indent="0" marL="0">
              <a:buNone/>
            </a:pPr>
            <a:r>
              <a:rPr lang="en-US" sz="1800" b="1" dirty="0">
                <a:solidFill>
                  <a:srgbClr val="FBFAF2"/>
                </a:solidFill>
                <a:latin typeface="Noto Sans" pitchFamily="34" charset="0"/>
                <a:ea typeface="Noto Sans" pitchFamily="34" charset="-122"/>
                <a:cs typeface="Noto Sans" pitchFamily="34" charset="-120"/>
              </a:rPr>
              <a:t>3</a:t>
            </a:r>
            <a:endParaRPr lang="en-US" sz="1800" dirty="0"/>
          </a:p>
        </p:txBody>
      </p:sp>
      <p:sp>
        <p:nvSpPr>
          <p:cNvPr id="16" name="Text 14"/>
          <p:cNvSpPr/>
          <p:nvPr/>
        </p:nvSpPr>
        <p:spPr>
          <a:xfrm>
            <a:off x="1466850" y="3422452"/>
            <a:ext cx="4988150" cy="420588"/>
          </a:xfrm>
          <a:prstGeom prst="rect">
            <a:avLst/>
          </a:prstGeom>
          <a:noFill/>
          <a:ln/>
        </p:spPr>
        <p:txBody>
          <a:bodyPr wrap="square" lIns="0" tIns="0" rIns="0" bIns="0" rtlCol="0" anchor="t"/>
          <a:lstStyle/>
          <a:p>
            <a:pPr algn="l" indent="0" marL="0">
              <a:lnSpc>
                <a:spcPts val="3312"/>
              </a:lnSpc>
              <a:buNone/>
            </a:pPr>
            <a:r>
              <a:rPr lang="en-US" sz="2400" dirty="0">
                <a:solidFill>
                  <a:srgbClr val="24321C"/>
                </a:solidFill>
                <a:latin typeface="Noto Sans" pitchFamily="34" charset="0"/>
                <a:ea typeface="Noto Sans" pitchFamily="34" charset="-122"/>
                <a:cs typeface="Noto Sans" pitchFamily="34" charset="-120"/>
              </a:rPr>
              <a:t>Then justify one placement aloud.</a:t>
            </a:r>
            <a:endParaRPr lang="en-US" sz="2400" dirty="0"/>
          </a:p>
        </p:txBody>
      </p:sp>
      <p:sp>
        <p:nvSpPr>
          <p:cNvPr id="17" name="Text 15"/>
          <p:cNvSpPr/>
          <p:nvPr/>
        </p:nvSpPr>
        <p:spPr>
          <a:xfrm>
            <a:off x="838200" y="4090690"/>
            <a:ext cx="16611600" cy="2160240"/>
          </a:xfrm>
          <a:prstGeom prst="roundRect">
            <a:avLst>
              <a:gd name="adj" fmla="val 8818"/>
            </a:avLst>
          </a:prstGeom>
          <a:solidFill>
            <a:srgbClr val="F2EFDE"/>
          </a:solidFill>
          <a:ln w="28575">
            <a:solidFill>
              <a:srgbClr val="CFC7A6"/>
            </a:solidFill>
          </a:ln>
        </p:spPr>
        <p:txBody>
          <a:bodyPr wrap="square" rtlCol="0" anchor="ctr"/>
          <a:lstStyle/>
          <a:p>
            <a:pPr indent="0" marL="0">
              <a:buNone/>
            </a:pPr>
            <a:endParaRPr lang="en-US" dirty="0"/>
          </a:p>
        </p:txBody>
      </p:sp>
      <p:sp>
        <p:nvSpPr>
          <p:cNvPr id="18" name="Text 16"/>
          <p:cNvSpPr/>
          <p:nvPr/>
        </p:nvSpPr>
        <p:spPr>
          <a:xfrm>
            <a:off x="1190625" y="4366915"/>
            <a:ext cx="16224885" cy="535930"/>
          </a:xfrm>
          <a:prstGeom prst="rect">
            <a:avLst/>
          </a:prstGeom>
          <a:noFill/>
          <a:ln/>
        </p:spPr>
        <p:txBody>
          <a:bodyPr wrap="square" lIns="0" tIns="0" rIns="0" bIns="0" rtlCol="0" anchor="t"/>
          <a:lstStyle/>
          <a:p>
            <a:pPr algn="l" indent="0" marL="0">
              <a:lnSpc>
                <a:spcPts val="4221"/>
              </a:lnSpc>
              <a:buNone/>
            </a:pPr>
            <a:r>
              <a:rPr lang="en-US" sz="3150" b="1" dirty="0">
                <a:solidFill>
                  <a:srgbClr val="24321C"/>
                </a:solidFill>
                <a:latin typeface="Noto Serif SC" pitchFamily="34" charset="0"/>
                <a:ea typeface="Noto Serif SC" pitchFamily="34" charset="-122"/>
                <a:cs typeface="Noto Serif SC" pitchFamily="34" charset="-120"/>
              </a:rPr>
              <a:t>黄瓜　青菜　苹果　游泳　香蕉　西红柿</a:t>
            </a:r>
            <a:endParaRPr lang="en-US" sz="3150" dirty="0"/>
          </a:p>
        </p:txBody>
      </p:sp>
      <p:sp>
        <p:nvSpPr>
          <p:cNvPr id="19" name="Text 17"/>
          <p:cNvSpPr/>
          <p:nvPr/>
        </p:nvSpPr>
        <p:spPr>
          <a:xfrm>
            <a:off x="1190625" y="4902845"/>
            <a:ext cx="16224885" cy="535930"/>
          </a:xfrm>
          <a:prstGeom prst="rect">
            <a:avLst/>
          </a:prstGeom>
          <a:noFill/>
          <a:ln/>
        </p:spPr>
        <p:txBody>
          <a:bodyPr wrap="square" lIns="0" tIns="0" rIns="0" bIns="0" rtlCol="0" anchor="t"/>
          <a:lstStyle/>
          <a:p>
            <a:pPr algn="l" indent="0" marL="0">
              <a:lnSpc>
                <a:spcPts val="4221"/>
              </a:lnSpc>
              <a:buNone/>
            </a:pPr>
            <a:r>
              <a:rPr lang="en-US" sz="3150" b="1" dirty="0">
                <a:solidFill>
                  <a:srgbClr val="24321C"/>
                </a:solidFill>
                <a:latin typeface="Noto Serif SC" pitchFamily="34" charset="0"/>
                <a:ea typeface="Noto Serif SC" pitchFamily="34" charset="-122"/>
                <a:cs typeface="Noto Serif SC" pitchFamily="34" charset="-120"/>
              </a:rPr>
              <a:t>橘子　南瓜　冬瓜　土豆　生菜　菜花儿</a:t>
            </a:r>
            <a:endParaRPr lang="en-US" sz="3150" dirty="0"/>
          </a:p>
        </p:txBody>
      </p:sp>
      <p:sp>
        <p:nvSpPr>
          <p:cNvPr id="20" name="Text 18"/>
          <p:cNvSpPr/>
          <p:nvPr/>
        </p:nvSpPr>
        <p:spPr>
          <a:xfrm>
            <a:off x="1190625" y="5438775"/>
            <a:ext cx="16224885" cy="535930"/>
          </a:xfrm>
          <a:prstGeom prst="rect">
            <a:avLst/>
          </a:prstGeom>
          <a:noFill/>
          <a:ln/>
        </p:spPr>
        <p:txBody>
          <a:bodyPr wrap="square" lIns="0" tIns="0" rIns="0" bIns="0" rtlCol="0" anchor="t"/>
          <a:lstStyle/>
          <a:p>
            <a:pPr algn="l" indent="0" marL="0">
              <a:lnSpc>
                <a:spcPts val="4221"/>
              </a:lnSpc>
              <a:buNone/>
            </a:pPr>
            <a:r>
              <a:rPr lang="en-US" sz="3150" b="1" dirty="0">
                <a:solidFill>
                  <a:srgbClr val="24321C"/>
                </a:solidFill>
                <a:latin typeface="Noto Serif SC" pitchFamily="34" charset="0"/>
                <a:ea typeface="Noto Serif SC" pitchFamily="34" charset="-122"/>
                <a:cs typeface="Noto Serif SC" pitchFamily="34" charset="-120"/>
              </a:rPr>
              <a:t>西瓜　梨　　篮球　跑步　网球　足球</a:t>
            </a:r>
            <a:endParaRPr lang="en-US" sz="3150" dirty="0"/>
          </a:p>
        </p:txBody>
      </p:sp>
      <p:sp>
        <p:nvSpPr>
          <p:cNvPr id="21" name="Text 19"/>
          <p:cNvSpPr/>
          <p:nvPr/>
        </p:nvSpPr>
        <p:spPr>
          <a:xfrm>
            <a:off x="838200" y="6441430"/>
            <a:ext cx="16611600" cy="2192536"/>
          </a:xfrm>
          <a:prstGeom prst="roundRect">
            <a:avLst>
              <a:gd name="adj" fmla="val 5213"/>
            </a:avLst>
          </a:prstGeom>
          <a:solidFill>
            <a:srgbClr val="4C7A2C">
              <a:alpha val="12000"/>
            </a:srgbClr>
          </a:solidFill>
          <a:ln w="28575">
            <a:solidFill>
              <a:srgbClr val="4C7A2C"/>
            </a:solidFill>
          </a:ln>
        </p:spPr>
        <p:txBody>
          <a:bodyPr wrap="square" rtlCol="0" anchor="ctr"/>
          <a:lstStyle/>
          <a:p>
            <a:pPr indent="0" marL="0">
              <a:buNone/>
            </a:pPr>
            <a:endParaRPr lang="en-US" dirty="0"/>
          </a:p>
        </p:txBody>
      </p:sp>
      <p:sp>
        <p:nvSpPr>
          <p:cNvPr id="22" name="Text 20"/>
          <p:cNvSpPr/>
          <p:nvPr/>
        </p:nvSpPr>
        <p:spPr>
          <a:xfrm>
            <a:off x="1152525" y="6679555"/>
            <a:ext cx="16302609" cy="285750"/>
          </a:xfrm>
          <a:prstGeom prst="rect">
            <a:avLst/>
          </a:prstGeom>
          <a:noFill/>
          <a:ln/>
        </p:spPr>
        <p:txBody>
          <a:bodyPr wrap="square" lIns="0" tIns="0" rIns="0" bIns="0" rtlCol="0" anchor="t"/>
          <a:lstStyle/>
          <a:p>
            <a:pPr algn="l" indent="0" marL="0">
              <a:spcAft>
                <a:spcPts val="750"/>
              </a:spcAft>
              <a:buNone/>
            </a:pPr>
            <a:r>
              <a:rPr lang="en-US" sz="1650" b="1" dirty="0">
                <a:solidFill>
                  <a:srgbClr val="4C7A2C"/>
                </a:solidFill>
                <a:latin typeface="Noto Sans" pitchFamily="34" charset="0"/>
                <a:ea typeface="Noto Sans" pitchFamily="34" charset="-122"/>
                <a:cs typeface="Noto Sans" pitchFamily="34" charset="-120"/>
              </a:rPr>
              <a:t>EXTENSION · 加油题</a:t>
            </a:r>
            <a:endParaRPr lang="en-US" sz="1650" dirty="0"/>
          </a:p>
        </p:txBody>
      </p:sp>
      <p:sp>
        <p:nvSpPr>
          <p:cNvPr id="23" name="Text 21"/>
          <p:cNvSpPr/>
          <p:nvPr/>
        </p:nvSpPr>
        <p:spPr>
          <a:xfrm>
            <a:off x="1152525" y="7060555"/>
            <a:ext cx="16302609" cy="828675"/>
          </a:xfrm>
          <a:prstGeom prst="rect">
            <a:avLst/>
          </a:prstGeom>
          <a:noFill/>
          <a:ln/>
        </p:spPr>
        <p:txBody>
          <a:bodyPr wrap="square" lIns="0" tIns="0" rIns="0" bIns="0" rtlCol="0" anchor="t"/>
          <a:lstStyle/>
          <a:p>
            <a:pPr algn="l" indent="0" marL="0">
              <a:lnSpc>
                <a:spcPts val="3263"/>
              </a:lnSpc>
              <a:buNone/>
            </a:pPr>
            <a:r>
              <a:rPr lang="en-US" sz="2250" dirty="0">
                <a:solidFill>
                  <a:srgbClr val="24321C"/>
                </a:solidFill>
                <a:latin typeface="Noto Sans" pitchFamily="34" charset="0"/>
                <a:ea typeface="Noto Sans" pitchFamily="34" charset="-122"/>
                <a:cs typeface="Noto Sans" pitchFamily="34" charset="-120"/>
              </a:rPr>
              <a:t>After sorting, write one sentence for </a:t>
            </a:r>
            <a:r>
              <a:rPr lang="en-US" sz="2250" b="1" dirty="0">
                <a:solidFill>
                  <a:srgbClr val="4C7A2C"/>
                </a:solidFill>
                <a:latin typeface="Noto Sans" pitchFamily="34" charset="0"/>
                <a:ea typeface="Noto Sans" pitchFamily="34" charset="-122"/>
                <a:cs typeface="Noto Sans" pitchFamily="34" charset="-120"/>
              </a:rPr>
              <a:t>each</a:t>
            </a:r>
            <a:r>
              <a:rPr lang="en-US" sz="2250" dirty="0">
                <a:solidFill>
                  <a:srgbClr val="24321C"/>
                </a:solidFill>
                <a:latin typeface="Noto Sans" pitchFamily="34" charset="0"/>
                <a:ea typeface="Noto Sans" pitchFamily="34" charset="-122"/>
                <a:cs typeface="Noto Sans" pitchFamily="34" charset="-120"/>
              </a:rPr>
              <a:t> column using at least three words from it and closing with 等等. Then a fourth sentence using 都 across two columns.</a:t>
            </a:r>
            <a:endParaRPr lang="en-US" sz="2250" dirty="0"/>
          </a:p>
        </p:txBody>
      </p:sp>
      <p:sp>
        <p:nvSpPr>
          <p:cNvPr id="24" name="Text 22"/>
          <p:cNvSpPr/>
          <p:nvPr/>
        </p:nvSpPr>
        <p:spPr>
          <a:xfrm>
            <a:off x="1152525" y="7889230"/>
            <a:ext cx="16302609" cy="506611"/>
          </a:xfrm>
          <a:prstGeom prst="rect">
            <a:avLst/>
          </a:prstGeom>
          <a:noFill/>
          <a:ln/>
        </p:spPr>
        <p:txBody>
          <a:bodyPr wrap="square" lIns="0" tIns="0" rIns="0" bIns="0" rtlCol="0" anchor="t"/>
          <a:lstStyle/>
          <a:p>
            <a:pPr algn="l" indent="0" marL="0">
              <a:lnSpc>
                <a:spcPts val="3990"/>
              </a:lnSpc>
              <a:buNone/>
            </a:pPr>
            <a:r>
              <a:rPr lang="en-US" sz="2850" b="1" dirty="0">
                <a:solidFill>
                  <a:srgbClr val="24321C"/>
                </a:solidFill>
                <a:latin typeface="Noto Serif SC" pitchFamily="34" charset="0"/>
                <a:ea typeface="Noto Serif SC" pitchFamily="34" charset="-122"/>
                <a:cs typeface="Noto Serif SC" pitchFamily="34" charset="-120"/>
              </a:rPr>
              <a:t>我喜欢吃黄瓜、青菜、土豆等等。</a:t>
            </a:r>
            <a:endParaRPr lang="en-US" sz="2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8288000" cy="8096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804862"/>
            <a:ext cx="18288000" cy="0"/>
          </a:xfrm>
          <a:prstGeom prst="line">
            <a:avLst/>
          </a:prstGeom>
          <a:noFill/>
          <a:ln w="9525">
            <a:solidFill>
              <a:srgbClr val="E1DBC0"/>
            </a:solidFill>
            <a:prstDash val="solid"/>
          </a:ln>
        </p:spPr>
      </p:sp>
      <p:sp>
        <p:nvSpPr>
          <p:cNvPr id="4" name="Text 2"/>
          <p:cNvSpPr/>
          <p:nvPr/>
        </p:nvSpPr>
        <p:spPr>
          <a:xfrm>
            <a:off x="762000" y="0"/>
            <a:ext cx="16764000" cy="47625"/>
          </a:xfrm>
          <a:prstGeom prst="rect">
            <a:avLst/>
          </a:prstGeom>
          <a:solidFill>
            <a:srgbClr val="4C7A2C"/>
          </a:solidFill>
          <a:ln/>
        </p:spPr>
        <p:txBody>
          <a:bodyPr wrap="square" rtlCol="0" anchor="ctr"/>
          <a:lstStyle/>
          <a:p>
            <a:pPr indent="0" marL="0">
              <a:buNone/>
            </a:pPr>
            <a:endParaRPr lang="en-US" dirty="0"/>
          </a:p>
        </p:txBody>
      </p:sp>
      <p:sp>
        <p:nvSpPr>
          <p:cNvPr id="5" name="Text 3"/>
          <p:cNvSpPr/>
          <p:nvPr/>
        </p:nvSpPr>
        <p:spPr>
          <a:xfrm>
            <a:off x="838200" y="1181100"/>
            <a:ext cx="16943832" cy="314325"/>
          </a:xfrm>
          <a:prstGeom prst="rect">
            <a:avLst/>
          </a:prstGeom>
          <a:noFill/>
          <a:ln/>
        </p:spPr>
        <p:txBody>
          <a:bodyPr wrap="square" lIns="0" tIns="0" rIns="0" bIns="0" rtlCol="0" anchor="t"/>
          <a:lstStyle/>
          <a:p>
            <a:pPr algn="l" indent="0" marL="0">
              <a:spcAft>
                <a:spcPts val="1350"/>
              </a:spcAft>
              <a:buNone/>
            </a:pPr>
            <a:r>
              <a:rPr lang="en-US" sz="1800" b="1" dirty="0">
                <a:solidFill>
                  <a:srgbClr val="4C7A2C"/>
                </a:solidFill>
                <a:latin typeface="Noto Sans" pitchFamily="34" charset="0"/>
                <a:ea typeface="Noto Sans" pitchFamily="34" charset="-122"/>
                <a:cs typeface="Noto Sans" pitchFamily="34" charset="-120"/>
              </a:rPr>
              <a:t>ACTIVITY 2 · FRUIT INTERVIEW — YOU DO</a:t>
            </a:r>
            <a:endParaRPr lang="en-US" sz="1800" dirty="0"/>
          </a:p>
        </p:txBody>
      </p:sp>
      <p:sp>
        <p:nvSpPr>
          <p:cNvPr id="6" name="Text 4"/>
          <p:cNvSpPr/>
          <p:nvPr/>
        </p:nvSpPr>
        <p:spPr>
          <a:xfrm>
            <a:off x="838200" y="1666875"/>
            <a:ext cx="4617988" cy="438150"/>
          </a:xfrm>
          <a:prstGeom prst="roundRect">
            <a:avLst>
              <a:gd name="adj" fmla="val 2171739"/>
            </a:avLst>
          </a:prstGeom>
          <a:solidFill>
            <a:srgbClr val="B96A12">
              <a:alpha val="14000"/>
            </a:srgbClr>
          </a:solidFill>
          <a:ln/>
        </p:spPr>
        <p:txBody>
          <a:bodyPr wrap="square" rtlCol="0" anchor="ctr"/>
          <a:lstStyle/>
          <a:p>
            <a:pPr indent="0" marL="0">
              <a:buNone/>
            </a:pPr>
            <a:endParaRPr lang="en-US" dirty="0"/>
          </a:p>
        </p:txBody>
      </p:sp>
      <p:sp>
        <p:nvSpPr>
          <p:cNvPr id="7" name="Text 5"/>
          <p:cNvSpPr/>
          <p:nvPr/>
        </p:nvSpPr>
        <p:spPr>
          <a:xfrm>
            <a:off x="1009650" y="1743075"/>
            <a:ext cx="4360590" cy="285750"/>
          </a:xfrm>
          <a:prstGeom prst="rect">
            <a:avLst/>
          </a:prstGeom>
          <a:noFill/>
          <a:ln/>
        </p:spPr>
        <p:txBody>
          <a:bodyPr wrap="square" lIns="0" tIns="0" rIns="0" bIns="0" rtlCol="0" anchor="t"/>
          <a:lstStyle/>
          <a:p>
            <a:pPr algn="l" indent="0" marL="0">
              <a:buNone/>
            </a:pPr>
            <a:r>
              <a:rPr lang="en-US" sz="1650" b="1" dirty="0">
                <a:solidFill>
                  <a:srgbClr val="B96A12"/>
                </a:solidFill>
                <a:latin typeface="Noto Sans" pitchFamily="34" charset="0"/>
                <a:ea typeface="Noto Sans" pitchFamily="34" charset="-122"/>
                <a:cs typeface="Noto Sans" pitchFamily="34" charset="-120"/>
              </a:rPr>
              <a:t>PAIRS, THEN REPORT · 8 MINUTES</a:t>
            </a:r>
            <a:endParaRPr lang="en-US" sz="1650" dirty="0"/>
          </a:p>
        </p:txBody>
      </p:sp>
      <p:sp>
        <p:nvSpPr>
          <p:cNvPr id="8" name="Text 6"/>
          <p:cNvSpPr/>
          <p:nvPr/>
        </p:nvSpPr>
        <p:spPr>
          <a:xfrm>
            <a:off x="838200" y="2333625"/>
            <a:ext cx="419100" cy="419100"/>
          </a:xfrm>
          <a:prstGeom prst="roundRect">
            <a:avLst>
              <a:gd name="adj" fmla="val 2270455"/>
            </a:avLst>
          </a:prstGeom>
          <a:solidFill>
            <a:srgbClr val="4C7A2C"/>
          </a:solidFill>
          <a:ln/>
        </p:spPr>
        <p:txBody>
          <a:bodyPr wrap="square" rtlCol="0" anchor="ctr"/>
          <a:lstStyle/>
          <a:p>
            <a:pPr indent="0" marL="0">
              <a:buNone/>
            </a:pPr>
            <a:endParaRPr lang="en-US" dirty="0"/>
          </a:p>
        </p:txBody>
      </p:sp>
      <p:sp>
        <p:nvSpPr>
          <p:cNvPr id="9" name="Text 7"/>
          <p:cNvSpPr/>
          <p:nvPr/>
        </p:nvSpPr>
        <p:spPr>
          <a:xfrm>
            <a:off x="997000" y="2386013"/>
            <a:ext cx="103531" cy="314325"/>
          </a:xfrm>
          <a:prstGeom prst="rect">
            <a:avLst/>
          </a:prstGeom>
          <a:noFill/>
          <a:ln/>
        </p:spPr>
        <p:txBody>
          <a:bodyPr wrap="square" lIns="0" tIns="0" rIns="0" bIns="0" rtlCol="0" anchor="t"/>
          <a:lstStyle/>
          <a:p>
            <a:pPr algn="l" indent="0" marL="0">
              <a:buNone/>
            </a:pPr>
            <a:r>
              <a:rPr lang="en-US" sz="1800" b="1" dirty="0">
                <a:solidFill>
                  <a:srgbClr val="FBFAF2"/>
                </a:solidFill>
                <a:latin typeface="Noto Sans" pitchFamily="34" charset="0"/>
                <a:ea typeface="Noto Sans" pitchFamily="34" charset="-122"/>
                <a:cs typeface="Noto Sans" pitchFamily="34" charset="-120"/>
              </a:rPr>
              <a:t>1</a:t>
            </a:r>
            <a:endParaRPr lang="en-US" sz="1800" dirty="0"/>
          </a:p>
        </p:txBody>
      </p:sp>
      <p:sp>
        <p:nvSpPr>
          <p:cNvPr id="10" name="Text 8"/>
          <p:cNvSpPr/>
          <p:nvPr/>
        </p:nvSpPr>
        <p:spPr>
          <a:xfrm>
            <a:off x="1466850" y="2333625"/>
            <a:ext cx="3992919" cy="420588"/>
          </a:xfrm>
          <a:prstGeom prst="rect">
            <a:avLst/>
          </a:prstGeom>
          <a:noFill/>
          <a:ln/>
        </p:spPr>
        <p:txBody>
          <a:bodyPr wrap="square" lIns="0" tIns="0" rIns="0" bIns="0" rtlCol="0" anchor="t"/>
          <a:lstStyle/>
          <a:p>
            <a:pPr algn="l" indent="0" marL="0">
              <a:lnSpc>
                <a:spcPts val="3312"/>
              </a:lnSpc>
              <a:buNone/>
            </a:pPr>
            <a:r>
              <a:rPr lang="en-US" sz="2400" dirty="0">
                <a:solidFill>
                  <a:srgbClr val="24321C"/>
                </a:solidFill>
                <a:latin typeface="Noto Sans" pitchFamily="34" charset="0"/>
                <a:ea typeface="Noto Sans" pitchFamily="34" charset="-122"/>
                <a:cs typeface="Noto Sans" pitchFamily="34" charset="-120"/>
              </a:rPr>
              <a:t>A asks: 你喜欢吃什么水果？</a:t>
            </a:r>
            <a:endParaRPr lang="en-US" sz="2400" dirty="0"/>
          </a:p>
        </p:txBody>
      </p:sp>
      <p:sp>
        <p:nvSpPr>
          <p:cNvPr id="11" name="Text 9"/>
          <p:cNvSpPr/>
          <p:nvPr/>
        </p:nvSpPr>
        <p:spPr>
          <a:xfrm>
            <a:off x="838200" y="2878038"/>
            <a:ext cx="419100" cy="419100"/>
          </a:xfrm>
          <a:prstGeom prst="roundRect">
            <a:avLst>
              <a:gd name="adj" fmla="val 2270455"/>
            </a:avLst>
          </a:prstGeom>
          <a:solidFill>
            <a:srgbClr val="4C7A2C"/>
          </a:solidFill>
          <a:ln/>
        </p:spPr>
        <p:txBody>
          <a:bodyPr wrap="square" rtlCol="0" anchor="ctr"/>
          <a:lstStyle/>
          <a:p>
            <a:pPr indent="0" marL="0">
              <a:buNone/>
            </a:pPr>
            <a:endParaRPr lang="en-US" dirty="0"/>
          </a:p>
        </p:txBody>
      </p:sp>
      <p:sp>
        <p:nvSpPr>
          <p:cNvPr id="12" name="Text 10"/>
          <p:cNvSpPr/>
          <p:nvPr/>
        </p:nvSpPr>
        <p:spPr>
          <a:xfrm>
            <a:off x="976164" y="2930426"/>
            <a:ext cx="146036" cy="314325"/>
          </a:xfrm>
          <a:prstGeom prst="rect">
            <a:avLst/>
          </a:prstGeom>
          <a:noFill/>
          <a:ln/>
        </p:spPr>
        <p:txBody>
          <a:bodyPr wrap="square" lIns="0" tIns="0" rIns="0" bIns="0" rtlCol="0" anchor="t"/>
          <a:lstStyle/>
          <a:p>
            <a:pPr algn="l" indent="0" marL="0">
              <a:buNone/>
            </a:pPr>
            <a:r>
              <a:rPr lang="en-US" sz="1800" b="1" dirty="0">
                <a:solidFill>
                  <a:srgbClr val="FBFAF2"/>
                </a:solidFill>
                <a:latin typeface="Noto Sans" pitchFamily="34" charset="0"/>
                <a:ea typeface="Noto Sans" pitchFamily="34" charset="-122"/>
                <a:cs typeface="Noto Sans" pitchFamily="34" charset="-120"/>
              </a:rPr>
              <a:t>2</a:t>
            </a:r>
            <a:endParaRPr lang="en-US" sz="1800" dirty="0"/>
          </a:p>
        </p:txBody>
      </p:sp>
      <p:sp>
        <p:nvSpPr>
          <p:cNvPr id="13" name="Text 11"/>
          <p:cNvSpPr/>
          <p:nvPr/>
        </p:nvSpPr>
        <p:spPr>
          <a:xfrm>
            <a:off x="1466850" y="2878038"/>
            <a:ext cx="6853071" cy="420588"/>
          </a:xfrm>
          <a:prstGeom prst="rect">
            <a:avLst/>
          </a:prstGeom>
          <a:noFill/>
          <a:ln/>
        </p:spPr>
        <p:txBody>
          <a:bodyPr wrap="square" lIns="0" tIns="0" rIns="0" bIns="0" rtlCol="0" anchor="t"/>
          <a:lstStyle/>
          <a:p>
            <a:pPr algn="l" indent="0" marL="0">
              <a:lnSpc>
                <a:spcPts val="3312"/>
              </a:lnSpc>
              <a:buNone/>
            </a:pPr>
            <a:r>
              <a:rPr lang="en-US" sz="2400" dirty="0">
                <a:solidFill>
                  <a:srgbClr val="24321C"/>
                </a:solidFill>
                <a:latin typeface="Noto Sans" pitchFamily="34" charset="0"/>
                <a:ea typeface="Noto Sans" pitchFamily="34" charset="-122"/>
                <a:cs typeface="Noto Sans" pitchFamily="34" charset="-120"/>
              </a:rPr>
              <a:t>B must answer with </a:t>
            </a:r>
            <a:r>
              <a:rPr lang="en-US" sz="2400" b="1" dirty="0">
                <a:solidFill>
                  <a:srgbClr val="24321C"/>
                </a:solidFill>
                <a:latin typeface="Noto Sans" pitchFamily="34" charset="0"/>
                <a:ea typeface="Noto Sans" pitchFamily="34" charset="-122"/>
                <a:cs typeface="Noto Sans" pitchFamily="34" charset="-120"/>
              </a:rPr>
              <a:t>at least two</a:t>
            </a:r>
            <a:r>
              <a:rPr lang="en-US" sz="2400" dirty="0">
                <a:solidFill>
                  <a:srgbClr val="24321C"/>
                </a:solidFill>
                <a:latin typeface="Noto Sans" pitchFamily="34" charset="0"/>
                <a:ea typeface="Noto Sans" pitchFamily="34" charset="-122"/>
                <a:cs typeface="Noto Sans" pitchFamily="34" charset="-120"/>
              </a:rPr>
              <a:t> fruits and 都.</a:t>
            </a:r>
            <a:endParaRPr lang="en-US" sz="2400" dirty="0"/>
          </a:p>
        </p:txBody>
      </p:sp>
      <p:sp>
        <p:nvSpPr>
          <p:cNvPr id="14" name="Text 12"/>
          <p:cNvSpPr/>
          <p:nvPr/>
        </p:nvSpPr>
        <p:spPr>
          <a:xfrm>
            <a:off x="838200" y="3422452"/>
            <a:ext cx="419100" cy="419100"/>
          </a:xfrm>
          <a:prstGeom prst="roundRect">
            <a:avLst>
              <a:gd name="adj" fmla="val 2270455"/>
            </a:avLst>
          </a:prstGeom>
          <a:solidFill>
            <a:srgbClr val="4C7A2C"/>
          </a:solidFill>
          <a:ln/>
        </p:spPr>
        <p:txBody>
          <a:bodyPr wrap="square" rtlCol="0" anchor="ctr"/>
          <a:lstStyle/>
          <a:p>
            <a:pPr indent="0" marL="0">
              <a:buNone/>
            </a:pPr>
            <a:endParaRPr lang="en-US" dirty="0"/>
          </a:p>
        </p:txBody>
      </p:sp>
      <p:sp>
        <p:nvSpPr>
          <p:cNvPr id="15" name="Text 13"/>
          <p:cNvSpPr/>
          <p:nvPr/>
        </p:nvSpPr>
        <p:spPr>
          <a:xfrm>
            <a:off x="975568" y="3474839"/>
            <a:ext cx="147251" cy="314325"/>
          </a:xfrm>
          <a:prstGeom prst="rect">
            <a:avLst/>
          </a:prstGeom>
          <a:noFill/>
          <a:ln/>
        </p:spPr>
        <p:txBody>
          <a:bodyPr wrap="square" lIns="0" tIns="0" rIns="0" bIns="0" rtlCol="0" anchor="t"/>
          <a:lstStyle/>
          <a:p>
            <a:pPr algn="l" indent="0" marL="0">
              <a:buNone/>
            </a:pPr>
            <a:r>
              <a:rPr lang="en-US" sz="1800" b="1" dirty="0">
                <a:solidFill>
                  <a:srgbClr val="FBFAF2"/>
                </a:solidFill>
                <a:latin typeface="Noto Sans" pitchFamily="34" charset="0"/>
                <a:ea typeface="Noto Sans" pitchFamily="34" charset="-122"/>
                <a:cs typeface="Noto Sans" pitchFamily="34" charset="-120"/>
              </a:rPr>
              <a:t>3</a:t>
            </a:r>
            <a:endParaRPr lang="en-US" sz="1800" dirty="0"/>
          </a:p>
        </p:txBody>
      </p:sp>
      <p:sp>
        <p:nvSpPr>
          <p:cNvPr id="16" name="Text 14"/>
          <p:cNvSpPr/>
          <p:nvPr/>
        </p:nvSpPr>
        <p:spPr>
          <a:xfrm>
            <a:off x="1466850" y="3422452"/>
            <a:ext cx="9499786" cy="420588"/>
          </a:xfrm>
          <a:prstGeom prst="rect">
            <a:avLst/>
          </a:prstGeom>
          <a:noFill/>
          <a:ln/>
        </p:spPr>
        <p:txBody>
          <a:bodyPr wrap="square" lIns="0" tIns="0" rIns="0" bIns="0" rtlCol="0" anchor="t"/>
          <a:lstStyle/>
          <a:p>
            <a:pPr algn="l" indent="0" marL="0">
              <a:lnSpc>
                <a:spcPts val="3312"/>
              </a:lnSpc>
              <a:buNone/>
            </a:pPr>
            <a:r>
              <a:rPr lang="en-US" sz="2400" dirty="0">
                <a:solidFill>
                  <a:srgbClr val="24321C"/>
                </a:solidFill>
                <a:latin typeface="Noto Sans" pitchFamily="34" charset="0"/>
                <a:ea typeface="Noto Sans" pitchFamily="34" charset="-122"/>
                <a:cs typeface="Noto Sans" pitchFamily="34" charset="-120"/>
              </a:rPr>
              <a:t>Swap. Then write one sentence about your partner in your book.</a:t>
            </a:r>
            <a:endParaRPr lang="en-US" sz="2400" dirty="0"/>
          </a:p>
        </p:txBody>
      </p:sp>
      <p:sp>
        <p:nvSpPr>
          <p:cNvPr id="17" name="Text 15"/>
          <p:cNvSpPr/>
          <p:nvPr/>
        </p:nvSpPr>
        <p:spPr>
          <a:xfrm>
            <a:off x="838200" y="4090690"/>
            <a:ext cx="16611600" cy="2160240"/>
          </a:xfrm>
          <a:prstGeom prst="roundRect">
            <a:avLst>
              <a:gd name="adj" fmla="val 8818"/>
            </a:avLst>
          </a:prstGeom>
          <a:solidFill>
            <a:srgbClr val="F2EFDE"/>
          </a:solidFill>
          <a:ln w="28575">
            <a:solidFill>
              <a:srgbClr val="CFC7A6"/>
            </a:solidFill>
          </a:ln>
        </p:spPr>
        <p:txBody>
          <a:bodyPr wrap="square" rtlCol="0" anchor="ctr"/>
          <a:lstStyle/>
          <a:p>
            <a:pPr indent="0" marL="0">
              <a:buNone/>
            </a:pPr>
            <a:endParaRPr lang="en-US" dirty="0"/>
          </a:p>
        </p:txBody>
      </p:sp>
      <p:sp>
        <p:nvSpPr>
          <p:cNvPr id="18" name="Text 16"/>
          <p:cNvSpPr/>
          <p:nvPr/>
        </p:nvSpPr>
        <p:spPr>
          <a:xfrm>
            <a:off x="1190625" y="4366915"/>
            <a:ext cx="16224885" cy="535930"/>
          </a:xfrm>
          <a:prstGeom prst="rect">
            <a:avLst/>
          </a:prstGeom>
          <a:noFill/>
          <a:ln/>
        </p:spPr>
        <p:txBody>
          <a:bodyPr wrap="square" lIns="0" tIns="0" rIns="0" bIns="0" rtlCol="0" anchor="t"/>
          <a:lstStyle/>
          <a:p>
            <a:pPr algn="l" indent="0" marL="0">
              <a:lnSpc>
                <a:spcPts val="4221"/>
              </a:lnSpc>
              <a:buNone/>
            </a:pPr>
            <a:r>
              <a:rPr lang="en-US" sz="3150" b="1" dirty="0">
                <a:solidFill>
                  <a:srgbClr val="24321C"/>
                </a:solidFill>
                <a:latin typeface="Noto Serif SC" pitchFamily="34" charset="0"/>
                <a:ea typeface="Noto Serif SC" pitchFamily="34" charset="-122"/>
                <a:cs typeface="Noto Serif SC" pitchFamily="34" charset="-120"/>
              </a:rPr>
              <a:t>你喜欢吃什么水果？</a:t>
            </a:r>
            <a:endParaRPr lang="en-US" sz="3150" dirty="0"/>
          </a:p>
        </p:txBody>
      </p:sp>
      <p:sp>
        <p:nvSpPr>
          <p:cNvPr id="19" name="Text 17"/>
          <p:cNvSpPr/>
          <p:nvPr/>
        </p:nvSpPr>
        <p:spPr>
          <a:xfrm>
            <a:off x="1190625" y="4902845"/>
            <a:ext cx="16224885" cy="535930"/>
          </a:xfrm>
          <a:prstGeom prst="rect">
            <a:avLst/>
          </a:prstGeom>
          <a:noFill/>
          <a:ln/>
        </p:spPr>
        <p:txBody>
          <a:bodyPr wrap="square" lIns="0" tIns="0" rIns="0" bIns="0" rtlCol="0" anchor="t"/>
          <a:lstStyle/>
          <a:p>
            <a:pPr algn="l" indent="0" marL="0">
              <a:lnSpc>
                <a:spcPts val="4221"/>
              </a:lnSpc>
              <a:buNone/>
            </a:pPr>
            <a:r>
              <a:rPr lang="en-US" sz="3150" b="1" dirty="0">
                <a:solidFill>
                  <a:srgbClr val="24321C"/>
                </a:solidFill>
                <a:latin typeface="Noto Serif SC" pitchFamily="34" charset="0"/>
                <a:ea typeface="Noto Serif SC" pitchFamily="34" charset="-122"/>
                <a:cs typeface="Noto Serif SC" pitchFamily="34" charset="-120"/>
              </a:rPr>
              <a:t>苹果和香蕉我都喜欢吃。</a:t>
            </a:r>
            <a:endParaRPr lang="en-US" sz="3150" dirty="0"/>
          </a:p>
        </p:txBody>
      </p:sp>
      <p:sp>
        <p:nvSpPr>
          <p:cNvPr id="20" name="Text 18"/>
          <p:cNvSpPr/>
          <p:nvPr/>
        </p:nvSpPr>
        <p:spPr>
          <a:xfrm>
            <a:off x="1190625" y="5438775"/>
            <a:ext cx="16224885" cy="535930"/>
          </a:xfrm>
          <a:prstGeom prst="rect">
            <a:avLst/>
          </a:prstGeom>
          <a:noFill/>
          <a:ln/>
        </p:spPr>
        <p:txBody>
          <a:bodyPr wrap="square" lIns="0" tIns="0" rIns="0" bIns="0" rtlCol="0" anchor="t"/>
          <a:lstStyle/>
          <a:p>
            <a:pPr algn="l" indent="0" marL="0">
              <a:lnSpc>
                <a:spcPts val="4221"/>
              </a:lnSpc>
              <a:buNone/>
            </a:pPr>
            <a:r>
              <a:rPr lang="en-US" sz="3150" b="1" dirty="0">
                <a:solidFill>
                  <a:srgbClr val="24321C"/>
                </a:solidFill>
                <a:latin typeface="Noto Serif SC" pitchFamily="34" charset="0"/>
                <a:ea typeface="Noto Serif SC" pitchFamily="34" charset="-122"/>
                <a:cs typeface="Noto Serif SC" pitchFamily="34" charset="-120"/>
              </a:rPr>
              <a:t>他喜欢吃香蕉和橘子。</a:t>
            </a:r>
            <a:endParaRPr lang="en-US" sz="3150" dirty="0"/>
          </a:p>
        </p:txBody>
      </p:sp>
      <p:sp>
        <p:nvSpPr>
          <p:cNvPr id="21" name="Text 19"/>
          <p:cNvSpPr/>
          <p:nvPr/>
        </p:nvSpPr>
        <p:spPr>
          <a:xfrm>
            <a:off x="838200" y="6441430"/>
            <a:ext cx="16611600" cy="2192536"/>
          </a:xfrm>
          <a:prstGeom prst="roundRect">
            <a:avLst>
              <a:gd name="adj" fmla="val 5213"/>
            </a:avLst>
          </a:prstGeom>
          <a:solidFill>
            <a:srgbClr val="4C7A2C">
              <a:alpha val="12000"/>
            </a:srgbClr>
          </a:solidFill>
          <a:ln w="28575">
            <a:solidFill>
              <a:srgbClr val="4C7A2C"/>
            </a:solidFill>
          </a:ln>
        </p:spPr>
        <p:txBody>
          <a:bodyPr wrap="square" rtlCol="0" anchor="ctr"/>
          <a:lstStyle/>
          <a:p>
            <a:pPr indent="0" marL="0">
              <a:buNone/>
            </a:pPr>
            <a:endParaRPr lang="en-US" dirty="0"/>
          </a:p>
        </p:txBody>
      </p:sp>
      <p:sp>
        <p:nvSpPr>
          <p:cNvPr id="22" name="Text 20"/>
          <p:cNvSpPr/>
          <p:nvPr/>
        </p:nvSpPr>
        <p:spPr>
          <a:xfrm>
            <a:off x="1152525" y="6679555"/>
            <a:ext cx="16302609" cy="285750"/>
          </a:xfrm>
          <a:prstGeom prst="rect">
            <a:avLst/>
          </a:prstGeom>
          <a:noFill/>
          <a:ln/>
        </p:spPr>
        <p:txBody>
          <a:bodyPr wrap="square" lIns="0" tIns="0" rIns="0" bIns="0" rtlCol="0" anchor="t"/>
          <a:lstStyle/>
          <a:p>
            <a:pPr algn="l" indent="0" marL="0">
              <a:spcAft>
                <a:spcPts val="750"/>
              </a:spcAft>
              <a:buNone/>
            </a:pPr>
            <a:r>
              <a:rPr lang="en-US" sz="1650" b="1" dirty="0">
                <a:solidFill>
                  <a:srgbClr val="4C7A2C"/>
                </a:solidFill>
                <a:latin typeface="Noto Sans" pitchFamily="34" charset="0"/>
                <a:ea typeface="Noto Sans" pitchFamily="34" charset="-122"/>
                <a:cs typeface="Noto Sans" pitchFamily="34" charset="-120"/>
              </a:rPr>
              <a:t>EXTENSION · 加油题</a:t>
            </a:r>
            <a:endParaRPr lang="en-US" sz="1650" dirty="0"/>
          </a:p>
        </p:txBody>
      </p:sp>
      <p:sp>
        <p:nvSpPr>
          <p:cNvPr id="23" name="Text 21"/>
          <p:cNvSpPr/>
          <p:nvPr/>
        </p:nvSpPr>
        <p:spPr>
          <a:xfrm>
            <a:off x="1152525" y="7060555"/>
            <a:ext cx="16302609" cy="828675"/>
          </a:xfrm>
          <a:prstGeom prst="rect">
            <a:avLst/>
          </a:prstGeom>
          <a:noFill/>
          <a:ln/>
        </p:spPr>
        <p:txBody>
          <a:bodyPr wrap="square" lIns="0" tIns="0" rIns="0" bIns="0" rtlCol="0" anchor="t"/>
          <a:lstStyle/>
          <a:p>
            <a:pPr algn="l" indent="0" marL="0">
              <a:lnSpc>
                <a:spcPts val="3263"/>
              </a:lnSpc>
              <a:buNone/>
            </a:pPr>
            <a:r>
              <a:rPr lang="en-US" sz="2250" dirty="0">
                <a:solidFill>
                  <a:srgbClr val="24321C"/>
                </a:solidFill>
                <a:latin typeface="Noto Sans" pitchFamily="34" charset="0"/>
                <a:ea typeface="Noto Sans" pitchFamily="34" charset="-122"/>
                <a:cs typeface="Noto Sans" pitchFamily="34" charset="-120"/>
              </a:rPr>
              <a:t>Interview three people, ask a follow-up each time — 你每天都吃水果吗？ 你最喜欢吃什么？ — then report the </a:t>
            </a:r>
            <a:r>
              <a:rPr lang="en-US" sz="2250" b="1" dirty="0">
                <a:solidFill>
                  <a:srgbClr val="4C7A2C"/>
                </a:solidFill>
                <a:latin typeface="Noto Sans" pitchFamily="34" charset="0"/>
                <a:ea typeface="Noto Sans" pitchFamily="34" charset="-122"/>
                <a:cs typeface="Noto Sans" pitchFamily="34" charset="-120"/>
              </a:rPr>
              <a:t>whole group</a:t>
            </a:r>
            <a:r>
              <a:rPr lang="en-US" sz="2250" dirty="0">
                <a:solidFill>
                  <a:srgbClr val="24321C"/>
                </a:solidFill>
                <a:latin typeface="Noto Sans" pitchFamily="34" charset="0"/>
                <a:ea typeface="Noto Sans" pitchFamily="34" charset="-122"/>
                <a:cs typeface="Noto Sans" pitchFamily="34" charset="-120"/>
              </a:rPr>
              <a:t> to the class in Chinese, with no notes.</a:t>
            </a:r>
            <a:endParaRPr lang="en-US" sz="2250" dirty="0"/>
          </a:p>
        </p:txBody>
      </p:sp>
      <p:sp>
        <p:nvSpPr>
          <p:cNvPr id="24" name="Text 22"/>
          <p:cNvSpPr/>
          <p:nvPr/>
        </p:nvSpPr>
        <p:spPr>
          <a:xfrm>
            <a:off x="1152525" y="7889230"/>
            <a:ext cx="16302609" cy="506611"/>
          </a:xfrm>
          <a:prstGeom prst="rect">
            <a:avLst/>
          </a:prstGeom>
          <a:noFill/>
          <a:ln/>
        </p:spPr>
        <p:txBody>
          <a:bodyPr wrap="square" lIns="0" tIns="0" rIns="0" bIns="0" rtlCol="0" anchor="t"/>
          <a:lstStyle/>
          <a:p>
            <a:pPr algn="l" indent="0" marL="0">
              <a:lnSpc>
                <a:spcPts val="3990"/>
              </a:lnSpc>
              <a:buNone/>
            </a:pPr>
            <a:r>
              <a:rPr lang="en-US" sz="2850" b="1" dirty="0">
                <a:solidFill>
                  <a:srgbClr val="24321C"/>
                </a:solidFill>
                <a:latin typeface="Noto Serif SC" pitchFamily="34" charset="0"/>
                <a:ea typeface="Noto Serif SC" pitchFamily="34" charset="-122"/>
                <a:cs typeface="Noto Serif SC" pitchFamily="34" charset="-120"/>
              </a:rPr>
              <a:t>他们都喜欢吃苹果，可是只有一个人喜欢吃橘子。</a:t>
            </a:r>
            <a:endParaRPr lang="en-US" sz="2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8288000" cy="8096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804862"/>
            <a:ext cx="18288000" cy="0"/>
          </a:xfrm>
          <a:prstGeom prst="line">
            <a:avLst/>
          </a:prstGeom>
          <a:noFill/>
          <a:ln w="9525">
            <a:solidFill>
              <a:srgbClr val="E1DBC0"/>
            </a:solidFill>
            <a:prstDash val="solid"/>
          </a:ln>
        </p:spPr>
      </p:sp>
      <p:sp>
        <p:nvSpPr>
          <p:cNvPr id="4" name="Text 2"/>
          <p:cNvSpPr/>
          <p:nvPr/>
        </p:nvSpPr>
        <p:spPr>
          <a:xfrm>
            <a:off x="762000" y="0"/>
            <a:ext cx="16764000" cy="47625"/>
          </a:xfrm>
          <a:prstGeom prst="rect">
            <a:avLst/>
          </a:prstGeom>
          <a:solidFill>
            <a:srgbClr val="4C7A2C"/>
          </a:solidFill>
          <a:ln/>
        </p:spPr>
        <p:txBody>
          <a:bodyPr wrap="square" rtlCol="0" anchor="ctr"/>
          <a:lstStyle/>
          <a:p>
            <a:pPr indent="0" marL="0">
              <a:buNone/>
            </a:pPr>
            <a:endParaRPr lang="en-US" dirty="0"/>
          </a:p>
        </p:txBody>
      </p:sp>
      <p:sp>
        <p:nvSpPr>
          <p:cNvPr id="5" name="Text 3"/>
          <p:cNvSpPr/>
          <p:nvPr/>
        </p:nvSpPr>
        <p:spPr>
          <a:xfrm>
            <a:off x="838200" y="1181100"/>
            <a:ext cx="16943832" cy="314325"/>
          </a:xfrm>
          <a:prstGeom prst="rect">
            <a:avLst/>
          </a:prstGeom>
          <a:noFill/>
          <a:ln/>
        </p:spPr>
        <p:txBody>
          <a:bodyPr wrap="square" lIns="0" tIns="0" rIns="0" bIns="0" rtlCol="0" anchor="t"/>
          <a:lstStyle/>
          <a:p>
            <a:pPr algn="l" indent="0" marL="0">
              <a:spcAft>
                <a:spcPts val="1350"/>
              </a:spcAft>
              <a:buNone/>
            </a:pPr>
            <a:r>
              <a:rPr lang="en-US" sz="1800" b="1" dirty="0">
                <a:solidFill>
                  <a:srgbClr val="4C7A2C"/>
                </a:solidFill>
                <a:latin typeface="Noto Sans" pitchFamily="34" charset="0"/>
                <a:ea typeface="Noto Sans" pitchFamily="34" charset="-122"/>
                <a:cs typeface="Noto Sans" pitchFamily="34" charset="-120"/>
              </a:rPr>
              <a:t>GAME · QUIZLET LIVE</a:t>
            </a:r>
            <a:endParaRPr lang="en-US" sz="1800" dirty="0"/>
          </a:p>
        </p:txBody>
      </p:sp>
      <p:sp>
        <p:nvSpPr>
          <p:cNvPr id="6" name="Text 4"/>
          <p:cNvSpPr/>
          <p:nvPr/>
        </p:nvSpPr>
        <p:spPr>
          <a:xfrm>
            <a:off x="838200" y="1666875"/>
            <a:ext cx="5627043" cy="438150"/>
          </a:xfrm>
          <a:prstGeom prst="roundRect">
            <a:avLst>
              <a:gd name="adj" fmla="val 2171739"/>
            </a:avLst>
          </a:prstGeom>
          <a:solidFill>
            <a:srgbClr val="B96A12">
              <a:alpha val="14000"/>
            </a:srgbClr>
          </a:solidFill>
          <a:ln/>
        </p:spPr>
        <p:txBody>
          <a:bodyPr wrap="square" rtlCol="0" anchor="ctr"/>
          <a:lstStyle/>
          <a:p>
            <a:pPr indent="0" marL="0">
              <a:buNone/>
            </a:pPr>
            <a:endParaRPr lang="en-US" dirty="0"/>
          </a:p>
        </p:txBody>
      </p:sp>
      <p:sp>
        <p:nvSpPr>
          <p:cNvPr id="7" name="Text 5"/>
          <p:cNvSpPr/>
          <p:nvPr/>
        </p:nvSpPr>
        <p:spPr>
          <a:xfrm>
            <a:off x="1009650" y="1743075"/>
            <a:ext cx="5389825" cy="285750"/>
          </a:xfrm>
          <a:prstGeom prst="rect">
            <a:avLst/>
          </a:prstGeom>
          <a:noFill/>
          <a:ln/>
        </p:spPr>
        <p:txBody>
          <a:bodyPr wrap="square" lIns="0" tIns="0" rIns="0" bIns="0" rtlCol="0" anchor="t"/>
          <a:lstStyle/>
          <a:p>
            <a:pPr algn="l" indent="0" marL="0">
              <a:buNone/>
            </a:pPr>
            <a:r>
              <a:rPr lang="en-US" sz="1650" b="1" dirty="0">
                <a:solidFill>
                  <a:srgbClr val="B96A12"/>
                </a:solidFill>
                <a:latin typeface="Noto Sans" pitchFamily="34" charset="0"/>
                <a:ea typeface="Noto Sans" pitchFamily="34" charset="-122"/>
                <a:cs typeface="Noto Sans" pitchFamily="34" charset="-120"/>
              </a:rPr>
              <a:t>DEVICES OUT · TWO ROUNDS · 9 MINUTES</a:t>
            </a:r>
            <a:endParaRPr lang="en-US" sz="1650" dirty="0"/>
          </a:p>
        </p:txBody>
      </p:sp>
      <p:sp>
        <p:nvSpPr>
          <p:cNvPr id="8" name="Text 6"/>
          <p:cNvSpPr/>
          <p:nvPr/>
        </p:nvSpPr>
        <p:spPr>
          <a:xfrm>
            <a:off x="838200" y="2333625"/>
            <a:ext cx="419100" cy="419100"/>
          </a:xfrm>
          <a:prstGeom prst="roundRect">
            <a:avLst>
              <a:gd name="adj" fmla="val 2270455"/>
            </a:avLst>
          </a:prstGeom>
          <a:solidFill>
            <a:srgbClr val="4C7A2C"/>
          </a:solidFill>
          <a:ln/>
        </p:spPr>
        <p:txBody>
          <a:bodyPr wrap="square" rtlCol="0" anchor="ctr"/>
          <a:lstStyle/>
          <a:p>
            <a:pPr indent="0" marL="0">
              <a:buNone/>
            </a:pPr>
            <a:endParaRPr lang="en-US" dirty="0"/>
          </a:p>
        </p:txBody>
      </p:sp>
      <p:sp>
        <p:nvSpPr>
          <p:cNvPr id="9" name="Text 7"/>
          <p:cNvSpPr/>
          <p:nvPr/>
        </p:nvSpPr>
        <p:spPr>
          <a:xfrm>
            <a:off x="997000" y="2386013"/>
            <a:ext cx="103531" cy="314325"/>
          </a:xfrm>
          <a:prstGeom prst="rect">
            <a:avLst/>
          </a:prstGeom>
          <a:noFill/>
          <a:ln/>
        </p:spPr>
        <p:txBody>
          <a:bodyPr wrap="square" lIns="0" tIns="0" rIns="0" bIns="0" rtlCol="0" anchor="t"/>
          <a:lstStyle/>
          <a:p>
            <a:pPr algn="l" indent="0" marL="0">
              <a:buNone/>
            </a:pPr>
            <a:r>
              <a:rPr lang="en-US" sz="1800" b="1" dirty="0">
                <a:solidFill>
                  <a:srgbClr val="FBFAF2"/>
                </a:solidFill>
                <a:latin typeface="Noto Sans" pitchFamily="34" charset="0"/>
                <a:ea typeface="Noto Sans" pitchFamily="34" charset="-122"/>
                <a:cs typeface="Noto Sans" pitchFamily="34" charset="-120"/>
              </a:rPr>
              <a:t>1</a:t>
            </a:r>
            <a:endParaRPr lang="en-US" sz="1800" dirty="0"/>
          </a:p>
        </p:txBody>
      </p:sp>
      <p:sp>
        <p:nvSpPr>
          <p:cNvPr id="10" name="Text 8"/>
          <p:cNvSpPr/>
          <p:nvPr/>
        </p:nvSpPr>
        <p:spPr>
          <a:xfrm>
            <a:off x="1466850" y="2333625"/>
            <a:ext cx="5664896" cy="420588"/>
          </a:xfrm>
          <a:prstGeom prst="rect">
            <a:avLst/>
          </a:prstGeom>
          <a:noFill/>
          <a:ln/>
        </p:spPr>
        <p:txBody>
          <a:bodyPr wrap="square" lIns="0" tIns="0" rIns="0" bIns="0" rtlCol="0" anchor="t"/>
          <a:lstStyle/>
          <a:p>
            <a:pPr algn="l" indent="0" marL="0">
              <a:lnSpc>
                <a:spcPts val="3312"/>
              </a:lnSpc>
              <a:buNone/>
            </a:pPr>
            <a:r>
              <a:rPr lang="en-US" sz="2400" dirty="0">
                <a:solidFill>
                  <a:srgbClr val="24321C"/>
                </a:solidFill>
                <a:latin typeface="Noto Sans" pitchFamily="34" charset="0"/>
                <a:ea typeface="Noto Sans" pitchFamily="34" charset="-122"/>
                <a:cs typeface="Noto Sans" pitchFamily="34" charset="-120"/>
              </a:rPr>
              <a:t>Round 1 — characters prompt English.</a:t>
            </a:r>
            <a:endParaRPr lang="en-US" sz="2400" dirty="0"/>
          </a:p>
        </p:txBody>
      </p:sp>
      <p:sp>
        <p:nvSpPr>
          <p:cNvPr id="11" name="Text 9"/>
          <p:cNvSpPr/>
          <p:nvPr/>
        </p:nvSpPr>
        <p:spPr>
          <a:xfrm>
            <a:off x="838200" y="2878038"/>
            <a:ext cx="419100" cy="419100"/>
          </a:xfrm>
          <a:prstGeom prst="roundRect">
            <a:avLst>
              <a:gd name="adj" fmla="val 2270455"/>
            </a:avLst>
          </a:prstGeom>
          <a:solidFill>
            <a:srgbClr val="4C7A2C"/>
          </a:solidFill>
          <a:ln/>
        </p:spPr>
        <p:txBody>
          <a:bodyPr wrap="square" rtlCol="0" anchor="ctr"/>
          <a:lstStyle/>
          <a:p>
            <a:pPr indent="0" marL="0">
              <a:buNone/>
            </a:pPr>
            <a:endParaRPr lang="en-US" dirty="0"/>
          </a:p>
        </p:txBody>
      </p:sp>
      <p:sp>
        <p:nvSpPr>
          <p:cNvPr id="12" name="Text 10"/>
          <p:cNvSpPr/>
          <p:nvPr/>
        </p:nvSpPr>
        <p:spPr>
          <a:xfrm>
            <a:off x="976164" y="2930426"/>
            <a:ext cx="146036" cy="314325"/>
          </a:xfrm>
          <a:prstGeom prst="rect">
            <a:avLst/>
          </a:prstGeom>
          <a:noFill/>
          <a:ln/>
        </p:spPr>
        <p:txBody>
          <a:bodyPr wrap="square" lIns="0" tIns="0" rIns="0" bIns="0" rtlCol="0" anchor="t"/>
          <a:lstStyle/>
          <a:p>
            <a:pPr algn="l" indent="0" marL="0">
              <a:buNone/>
            </a:pPr>
            <a:r>
              <a:rPr lang="en-US" sz="1800" b="1" dirty="0">
                <a:solidFill>
                  <a:srgbClr val="FBFAF2"/>
                </a:solidFill>
                <a:latin typeface="Noto Sans" pitchFamily="34" charset="0"/>
                <a:ea typeface="Noto Sans" pitchFamily="34" charset="-122"/>
                <a:cs typeface="Noto Sans" pitchFamily="34" charset="-120"/>
              </a:rPr>
              <a:t>2</a:t>
            </a:r>
            <a:endParaRPr lang="en-US" sz="1800" dirty="0"/>
          </a:p>
        </p:txBody>
      </p:sp>
      <p:sp>
        <p:nvSpPr>
          <p:cNvPr id="13" name="Text 11"/>
          <p:cNvSpPr/>
          <p:nvPr/>
        </p:nvSpPr>
        <p:spPr>
          <a:xfrm>
            <a:off x="1466850" y="2878038"/>
            <a:ext cx="5886530" cy="420588"/>
          </a:xfrm>
          <a:prstGeom prst="rect">
            <a:avLst/>
          </a:prstGeom>
          <a:noFill/>
          <a:ln/>
        </p:spPr>
        <p:txBody>
          <a:bodyPr wrap="square" lIns="0" tIns="0" rIns="0" bIns="0" rtlCol="0" anchor="t"/>
          <a:lstStyle/>
          <a:p>
            <a:pPr algn="l" indent="0" marL="0">
              <a:lnSpc>
                <a:spcPts val="3312"/>
              </a:lnSpc>
              <a:buNone/>
            </a:pPr>
            <a:r>
              <a:rPr lang="en-US" sz="2400" dirty="0">
                <a:solidFill>
                  <a:srgbClr val="24321C"/>
                </a:solidFill>
                <a:latin typeface="Noto Sans" pitchFamily="34" charset="0"/>
                <a:ea typeface="Noto Sans" pitchFamily="34" charset="-122"/>
                <a:cs typeface="Noto Sans" pitchFamily="34" charset="-120"/>
              </a:rPr>
              <a:t>Round 2 — English prompts characters.</a:t>
            </a:r>
            <a:endParaRPr lang="en-US" sz="2400" dirty="0"/>
          </a:p>
        </p:txBody>
      </p:sp>
      <p:sp>
        <p:nvSpPr>
          <p:cNvPr id="14" name="Text 12"/>
          <p:cNvSpPr/>
          <p:nvPr/>
        </p:nvSpPr>
        <p:spPr>
          <a:xfrm>
            <a:off x="838200" y="3422452"/>
            <a:ext cx="419100" cy="419100"/>
          </a:xfrm>
          <a:prstGeom prst="roundRect">
            <a:avLst>
              <a:gd name="adj" fmla="val 2270455"/>
            </a:avLst>
          </a:prstGeom>
          <a:solidFill>
            <a:srgbClr val="4C7A2C"/>
          </a:solidFill>
          <a:ln/>
        </p:spPr>
        <p:txBody>
          <a:bodyPr wrap="square" rtlCol="0" anchor="ctr"/>
          <a:lstStyle/>
          <a:p>
            <a:pPr indent="0" marL="0">
              <a:buNone/>
            </a:pPr>
            <a:endParaRPr lang="en-US" dirty="0"/>
          </a:p>
        </p:txBody>
      </p:sp>
      <p:sp>
        <p:nvSpPr>
          <p:cNvPr id="15" name="Text 13"/>
          <p:cNvSpPr/>
          <p:nvPr/>
        </p:nvSpPr>
        <p:spPr>
          <a:xfrm>
            <a:off x="975568" y="3474839"/>
            <a:ext cx="147251" cy="314325"/>
          </a:xfrm>
          <a:prstGeom prst="rect">
            <a:avLst/>
          </a:prstGeom>
          <a:noFill/>
          <a:ln/>
        </p:spPr>
        <p:txBody>
          <a:bodyPr wrap="square" lIns="0" tIns="0" rIns="0" bIns="0" rtlCol="0" anchor="t"/>
          <a:lstStyle/>
          <a:p>
            <a:pPr algn="l" indent="0" marL="0">
              <a:buNone/>
            </a:pPr>
            <a:r>
              <a:rPr lang="en-US" sz="1800" b="1" dirty="0">
                <a:solidFill>
                  <a:srgbClr val="FBFAF2"/>
                </a:solidFill>
                <a:latin typeface="Noto Sans" pitchFamily="34" charset="0"/>
                <a:ea typeface="Noto Sans" pitchFamily="34" charset="-122"/>
                <a:cs typeface="Noto Sans" pitchFamily="34" charset="-120"/>
              </a:rPr>
              <a:t>3</a:t>
            </a:r>
            <a:endParaRPr lang="en-US" sz="1800" dirty="0"/>
          </a:p>
        </p:txBody>
      </p:sp>
      <p:sp>
        <p:nvSpPr>
          <p:cNvPr id="16" name="Text 14"/>
          <p:cNvSpPr/>
          <p:nvPr/>
        </p:nvSpPr>
        <p:spPr>
          <a:xfrm>
            <a:off x="1466850" y="3422452"/>
            <a:ext cx="10529173" cy="420588"/>
          </a:xfrm>
          <a:prstGeom prst="rect">
            <a:avLst/>
          </a:prstGeom>
          <a:noFill/>
          <a:ln/>
        </p:spPr>
        <p:txBody>
          <a:bodyPr wrap="square" lIns="0" tIns="0" rIns="0" bIns="0" rtlCol="0" anchor="t"/>
          <a:lstStyle/>
          <a:p>
            <a:pPr algn="l" indent="0" marL="0">
              <a:lnSpc>
                <a:spcPts val="3312"/>
              </a:lnSpc>
              <a:buNone/>
            </a:pPr>
            <a:r>
              <a:rPr lang="en-US" sz="2400" dirty="0">
                <a:solidFill>
                  <a:srgbClr val="24321C"/>
                </a:solidFill>
                <a:latin typeface="Noto Sans" pitchFamily="34" charset="0"/>
                <a:ea typeface="Noto Sans" pitchFamily="34" charset="-122"/>
                <a:cs typeface="Noto Sans" pitchFamily="34" charset="-120"/>
              </a:rPr>
              <a:t>Ten words in the set: today's four fruits and last week's six vegetables.</a:t>
            </a:r>
            <a:endParaRPr lang="en-US" sz="2400" dirty="0"/>
          </a:p>
        </p:txBody>
      </p:sp>
      <p:sp>
        <p:nvSpPr>
          <p:cNvPr id="17" name="Text 15"/>
          <p:cNvSpPr/>
          <p:nvPr/>
        </p:nvSpPr>
        <p:spPr>
          <a:xfrm>
            <a:off x="838200" y="4033540"/>
            <a:ext cx="16611600" cy="1685925"/>
          </a:xfrm>
          <a:prstGeom prst="roundRect">
            <a:avLst>
              <a:gd name="adj" fmla="val 6780"/>
            </a:avLst>
          </a:prstGeom>
          <a:solidFill>
            <a:srgbClr val="4C7A2C">
              <a:alpha val="12000"/>
            </a:srgbClr>
          </a:solidFill>
          <a:ln w="28575">
            <a:solidFill>
              <a:srgbClr val="4C7A2C"/>
            </a:solidFill>
          </a:ln>
        </p:spPr>
        <p:txBody>
          <a:bodyPr wrap="square" rtlCol="0" anchor="ctr"/>
          <a:lstStyle/>
          <a:p>
            <a:pPr indent="0" marL="0">
              <a:buNone/>
            </a:pPr>
            <a:endParaRPr lang="en-US" dirty="0"/>
          </a:p>
        </p:txBody>
      </p:sp>
      <p:sp>
        <p:nvSpPr>
          <p:cNvPr id="18" name="Text 16"/>
          <p:cNvSpPr/>
          <p:nvPr/>
        </p:nvSpPr>
        <p:spPr>
          <a:xfrm>
            <a:off x="1152525" y="4271665"/>
            <a:ext cx="16302609" cy="285750"/>
          </a:xfrm>
          <a:prstGeom prst="rect">
            <a:avLst/>
          </a:prstGeom>
          <a:noFill/>
          <a:ln/>
        </p:spPr>
        <p:txBody>
          <a:bodyPr wrap="square" lIns="0" tIns="0" rIns="0" bIns="0" rtlCol="0" anchor="t"/>
          <a:lstStyle/>
          <a:p>
            <a:pPr algn="l" indent="0" marL="0">
              <a:spcAft>
                <a:spcPts val="750"/>
              </a:spcAft>
              <a:buNone/>
            </a:pPr>
            <a:r>
              <a:rPr lang="en-US" sz="1650" b="1" dirty="0">
                <a:solidFill>
                  <a:srgbClr val="4C7A2C"/>
                </a:solidFill>
                <a:latin typeface="Noto Sans" pitchFamily="34" charset="0"/>
                <a:ea typeface="Noto Sans" pitchFamily="34" charset="-122"/>
                <a:cs typeface="Noto Sans" pitchFamily="34" charset="-120"/>
              </a:rPr>
              <a:t>EXTENSION · 加油题</a:t>
            </a:r>
            <a:endParaRPr lang="en-US" sz="1650" dirty="0"/>
          </a:p>
        </p:txBody>
      </p:sp>
      <p:sp>
        <p:nvSpPr>
          <p:cNvPr id="19" name="Text 17"/>
          <p:cNvSpPr/>
          <p:nvPr/>
        </p:nvSpPr>
        <p:spPr>
          <a:xfrm>
            <a:off x="1152525" y="4652665"/>
            <a:ext cx="16302609" cy="828675"/>
          </a:xfrm>
          <a:prstGeom prst="rect">
            <a:avLst/>
          </a:prstGeom>
          <a:noFill/>
          <a:ln/>
        </p:spPr>
        <p:txBody>
          <a:bodyPr wrap="square" lIns="0" tIns="0" rIns="0" bIns="0" rtlCol="0" anchor="t"/>
          <a:lstStyle/>
          <a:p>
            <a:pPr algn="l" indent="0" marL="0">
              <a:lnSpc>
                <a:spcPts val="3263"/>
              </a:lnSpc>
              <a:buNone/>
            </a:pPr>
            <a:r>
              <a:rPr lang="en-US" sz="2250" dirty="0">
                <a:solidFill>
                  <a:srgbClr val="24321C"/>
                </a:solidFill>
                <a:latin typeface="Noto Sans" pitchFamily="34" charset="0"/>
                <a:ea typeface="Noto Sans" pitchFamily="34" charset="-122"/>
                <a:cs typeface="Noto Sans" pitchFamily="34" charset="-120"/>
              </a:rPr>
              <a:t>Round 2 runs with pinyin hidden entirely, and adds the four Extra Words (葡萄, 李子, 桃子, 草莓). If your team finishes first, write two extra terms for the class set on the board before the next round starts.</a:t>
            </a:r>
            <a:endParaRPr lang="en-US" sz="2250" dirty="0"/>
          </a:p>
        </p:txBody>
      </p:sp>
      <p:sp>
        <p:nvSpPr>
          <p:cNvPr id="20" name="Text 18"/>
          <p:cNvSpPr/>
          <p:nvPr/>
        </p:nvSpPr>
        <p:spPr>
          <a:xfrm>
            <a:off x="838200" y="5890915"/>
            <a:ext cx="3981450" cy="1625798"/>
          </a:xfrm>
          <a:prstGeom prst="roundRect">
            <a:avLst>
              <a:gd name="adj" fmla="val 11717"/>
            </a:avLst>
          </a:prstGeom>
          <a:solidFill>
            <a:srgbClr val="F2EFDE"/>
          </a:solidFill>
          <a:ln w="19050">
            <a:solidFill>
              <a:srgbClr val="E1DBC0"/>
            </a:solidFill>
          </a:ln>
        </p:spPr>
        <p:txBody>
          <a:bodyPr wrap="square" rtlCol="0" anchor="ctr"/>
          <a:lstStyle/>
          <a:p>
            <a:pPr indent="0" marL="0">
              <a:buNone/>
            </a:pPr>
            <a:endParaRPr lang="en-US" dirty="0"/>
          </a:p>
        </p:txBody>
      </p:sp>
      <p:sp>
        <p:nvSpPr>
          <p:cNvPr id="21" name="Text 19"/>
          <p:cNvSpPr/>
          <p:nvPr/>
        </p:nvSpPr>
        <p:spPr>
          <a:xfrm>
            <a:off x="934403" y="6233815"/>
            <a:ext cx="3789045" cy="939998"/>
          </a:xfrm>
          <a:prstGeom prst="rect">
            <a:avLst/>
          </a:prstGeom>
          <a:noFill/>
          <a:ln/>
        </p:spPr>
        <p:txBody>
          <a:bodyPr wrap="square" lIns="0" tIns="0" rIns="0" bIns="0" rtlCol="0" anchor="t"/>
          <a:lstStyle/>
          <a:p>
            <a:pPr algn="ctr" indent="0" marL="0">
              <a:lnSpc>
                <a:spcPts val="7403"/>
              </a:lnSpc>
              <a:buNone/>
            </a:pPr>
            <a:r>
              <a:rPr lang="en-US" sz="7050" b="1" dirty="0">
                <a:solidFill>
                  <a:srgbClr val="24321C"/>
                </a:solidFill>
                <a:latin typeface="Noto Serif SC" pitchFamily="34" charset="0"/>
                <a:ea typeface="Noto Serif SC" pitchFamily="34" charset="-122"/>
                <a:cs typeface="Noto Serif SC" pitchFamily="34" charset="-120"/>
              </a:rPr>
              <a:t>水果</a:t>
            </a:r>
            <a:endParaRPr lang="en-US" sz="7050" dirty="0"/>
          </a:p>
        </p:txBody>
      </p:sp>
      <p:sp>
        <p:nvSpPr>
          <p:cNvPr id="22" name="Text 20"/>
          <p:cNvSpPr/>
          <p:nvPr/>
        </p:nvSpPr>
        <p:spPr>
          <a:xfrm>
            <a:off x="5048250" y="5890915"/>
            <a:ext cx="3981450" cy="1625798"/>
          </a:xfrm>
          <a:prstGeom prst="roundRect">
            <a:avLst>
              <a:gd name="adj" fmla="val 11717"/>
            </a:avLst>
          </a:prstGeom>
          <a:solidFill>
            <a:srgbClr val="F2EFDE"/>
          </a:solidFill>
          <a:ln w="19050">
            <a:solidFill>
              <a:srgbClr val="E1DBC0"/>
            </a:solidFill>
          </a:ln>
        </p:spPr>
        <p:txBody>
          <a:bodyPr wrap="square" rtlCol="0" anchor="ctr"/>
          <a:lstStyle/>
          <a:p>
            <a:pPr indent="0" marL="0">
              <a:buNone/>
            </a:pPr>
            <a:endParaRPr lang="en-US" dirty="0"/>
          </a:p>
        </p:txBody>
      </p:sp>
      <p:sp>
        <p:nvSpPr>
          <p:cNvPr id="23" name="Text 21"/>
          <p:cNvSpPr/>
          <p:nvPr/>
        </p:nvSpPr>
        <p:spPr>
          <a:xfrm>
            <a:off x="5144453" y="6233815"/>
            <a:ext cx="3789045" cy="939998"/>
          </a:xfrm>
          <a:prstGeom prst="rect">
            <a:avLst/>
          </a:prstGeom>
          <a:noFill/>
          <a:ln/>
        </p:spPr>
        <p:txBody>
          <a:bodyPr wrap="square" lIns="0" tIns="0" rIns="0" bIns="0" rtlCol="0" anchor="t"/>
          <a:lstStyle/>
          <a:p>
            <a:pPr algn="ctr" indent="0" marL="0">
              <a:lnSpc>
                <a:spcPts val="7403"/>
              </a:lnSpc>
              <a:buNone/>
            </a:pPr>
            <a:r>
              <a:rPr lang="en-US" sz="7050" b="1" dirty="0">
                <a:solidFill>
                  <a:srgbClr val="24321C"/>
                </a:solidFill>
                <a:latin typeface="Noto Serif SC" pitchFamily="34" charset="0"/>
                <a:ea typeface="Noto Serif SC" pitchFamily="34" charset="-122"/>
                <a:cs typeface="Noto Serif SC" pitchFamily="34" charset="-120"/>
              </a:rPr>
              <a:t>苹果</a:t>
            </a:r>
            <a:endParaRPr lang="en-US" sz="7050" dirty="0"/>
          </a:p>
        </p:txBody>
      </p:sp>
      <p:sp>
        <p:nvSpPr>
          <p:cNvPr id="24" name="Text 22"/>
          <p:cNvSpPr/>
          <p:nvPr/>
        </p:nvSpPr>
        <p:spPr>
          <a:xfrm>
            <a:off x="9258300" y="5890915"/>
            <a:ext cx="3981450" cy="1625798"/>
          </a:xfrm>
          <a:prstGeom prst="roundRect">
            <a:avLst>
              <a:gd name="adj" fmla="val 11717"/>
            </a:avLst>
          </a:prstGeom>
          <a:solidFill>
            <a:srgbClr val="F2EFDE"/>
          </a:solidFill>
          <a:ln w="19050">
            <a:solidFill>
              <a:srgbClr val="E1DBC0"/>
            </a:solidFill>
          </a:ln>
        </p:spPr>
        <p:txBody>
          <a:bodyPr wrap="square" rtlCol="0" anchor="ctr"/>
          <a:lstStyle/>
          <a:p>
            <a:pPr indent="0" marL="0">
              <a:buNone/>
            </a:pPr>
            <a:endParaRPr lang="en-US" dirty="0"/>
          </a:p>
        </p:txBody>
      </p:sp>
      <p:sp>
        <p:nvSpPr>
          <p:cNvPr id="25" name="Text 23"/>
          <p:cNvSpPr/>
          <p:nvPr/>
        </p:nvSpPr>
        <p:spPr>
          <a:xfrm>
            <a:off x="9354503" y="6233815"/>
            <a:ext cx="3789045" cy="939998"/>
          </a:xfrm>
          <a:prstGeom prst="rect">
            <a:avLst/>
          </a:prstGeom>
          <a:noFill/>
          <a:ln/>
        </p:spPr>
        <p:txBody>
          <a:bodyPr wrap="square" lIns="0" tIns="0" rIns="0" bIns="0" rtlCol="0" anchor="t"/>
          <a:lstStyle/>
          <a:p>
            <a:pPr algn="ctr" indent="0" marL="0">
              <a:lnSpc>
                <a:spcPts val="7403"/>
              </a:lnSpc>
              <a:buNone/>
            </a:pPr>
            <a:r>
              <a:rPr lang="en-US" sz="7050" b="1" dirty="0">
                <a:solidFill>
                  <a:srgbClr val="24321C"/>
                </a:solidFill>
                <a:latin typeface="Noto Serif SC" pitchFamily="34" charset="0"/>
                <a:ea typeface="Noto Serif SC" pitchFamily="34" charset="-122"/>
                <a:cs typeface="Noto Serif SC" pitchFamily="34" charset="-120"/>
              </a:rPr>
              <a:t>香蕉</a:t>
            </a:r>
            <a:endParaRPr lang="en-US" sz="7050" dirty="0"/>
          </a:p>
        </p:txBody>
      </p:sp>
      <p:sp>
        <p:nvSpPr>
          <p:cNvPr id="26" name="Text 24"/>
          <p:cNvSpPr/>
          <p:nvPr/>
        </p:nvSpPr>
        <p:spPr>
          <a:xfrm>
            <a:off x="13468350" y="5890915"/>
            <a:ext cx="3981450" cy="1625798"/>
          </a:xfrm>
          <a:prstGeom prst="roundRect">
            <a:avLst>
              <a:gd name="adj" fmla="val 11717"/>
            </a:avLst>
          </a:prstGeom>
          <a:solidFill>
            <a:srgbClr val="F2EFDE"/>
          </a:solidFill>
          <a:ln w="19050">
            <a:solidFill>
              <a:srgbClr val="E1DBC0"/>
            </a:solidFill>
          </a:ln>
        </p:spPr>
        <p:txBody>
          <a:bodyPr wrap="square" rtlCol="0" anchor="ctr"/>
          <a:lstStyle/>
          <a:p>
            <a:pPr indent="0" marL="0">
              <a:buNone/>
            </a:pPr>
            <a:endParaRPr lang="en-US" dirty="0"/>
          </a:p>
        </p:txBody>
      </p:sp>
      <p:sp>
        <p:nvSpPr>
          <p:cNvPr id="27" name="Text 25"/>
          <p:cNvSpPr/>
          <p:nvPr/>
        </p:nvSpPr>
        <p:spPr>
          <a:xfrm>
            <a:off x="13564553" y="6233815"/>
            <a:ext cx="3789045" cy="939998"/>
          </a:xfrm>
          <a:prstGeom prst="rect">
            <a:avLst/>
          </a:prstGeom>
          <a:noFill/>
          <a:ln/>
        </p:spPr>
        <p:txBody>
          <a:bodyPr wrap="square" lIns="0" tIns="0" rIns="0" bIns="0" rtlCol="0" anchor="t"/>
          <a:lstStyle/>
          <a:p>
            <a:pPr algn="ctr" indent="0" marL="0">
              <a:lnSpc>
                <a:spcPts val="7403"/>
              </a:lnSpc>
              <a:buNone/>
            </a:pPr>
            <a:r>
              <a:rPr lang="en-US" sz="7050" b="1" dirty="0">
                <a:solidFill>
                  <a:srgbClr val="24321C"/>
                </a:solidFill>
                <a:latin typeface="Noto Serif SC" pitchFamily="34" charset="0"/>
                <a:ea typeface="Noto Serif SC" pitchFamily="34" charset="-122"/>
                <a:cs typeface="Noto Serif SC" pitchFamily="34" charset="-120"/>
              </a:rPr>
              <a:t>橘子</a:t>
            </a:r>
            <a:endParaRPr lang="en-US" sz="7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8288000" cy="8096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804862"/>
            <a:ext cx="18288000" cy="0"/>
          </a:xfrm>
          <a:prstGeom prst="line">
            <a:avLst/>
          </a:prstGeom>
          <a:noFill/>
          <a:ln w="9525">
            <a:solidFill>
              <a:srgbClr val="E1DBC0"/>
            </a:solidFill>
            <a:prstDash val="solid"/>
          </a:ln>
        </p:spPr>
      </p:sp>
      <p:sp>
        <p:nvSpPr>
          <p:cNvPr id="4" name="Text 2"/>
          <p:cNvSpPr/>
          <p:nvPr/>
        </p:nvSpPr>
        <p:spPr>
          <a:xfrm>
            <a:off x="762000" y="0"/>
            <a:ext cx="16764000" cy="47625"/>
          </a:xfrm>
          <a:prstGeom prst="rect">
            <a:avLst/>
          </a:prstGeom>
          <a:solidFill>
            <a:srgbClr val="4C7A2C"/>
          </a:solidFill>
          <a:ln/>
        </p:spPr>
        <p:txBody>
          <a:bodyPr wrap="square" rtlCol="0" anchor="ctr"/>
          <a:lstStyle/>
          <a:p>
            <a:pPr indent="0" marL="0">
              <a:buNone/>
            </a:pPr>
            <a:endParaRPr lang="en-US" dirty="0"/>
          </a:p>
        </p:txBody>
      </p:sp>
      <p:sp>
        <p:nvSpPr>
          <p:cNvPr id="5" name="Text 3"/>
          <p:cNvSpPr/>
          <p:nvPr/>
        </p:nvSpPr>
        <p:spPr>
          <a:xfrm>
            <a:off x="838200" y="1902321"/>
            <a:ext cx="16943832" cy="314325"/>
          </a:xfrm>
          <a:prstGeom prst="rect">
            <a:avLst/>
          </a:prstGeom>
          <a:noFill/>
          <a:ln/>
        </p:spPr>
        <p:txBody>
          <a:bodyPr wrap="square" lIns="0" tIns="0" rIns="0" bIns="0" rtlCol="0" anchor="t"/>
          <a:lstStyle/>
          <a:p>
            <a:pPr algn="l" indent="0" marL="0">
              <a:spcAft>
                <a:spcPts val="1350"/>
              </a:spcAft>
              <a:buNone/>
            </a:pPr>
            <a:r>
              <a:rPr lang="en-US" sz="1800" b="1" dirty="0">
                <a:solidFill>
                  <a:srgbClr val="4C7A2C"/>
                </a:solidFill>
                <a:latin typeface="Noto Sans" pitchFamily="34" charset="0"/>
                <a:ea typeface="Noto Sans" pitchFamily="34" charset="-122"/>
                <a:cs typeface="Noto Sans" pitchFamily="34" charset="-120"/>
              </a:rPr>
              <a:t>PLENARY · 我做到了吗？ 👍 / 😐 / 👎</a:t>
            </a:r>
            <a:endParaRPr lang="en-US" sz="1800" dirty="0"/>
          </a:p>
        </p:txBody>
      </p:sp>
      <p:sp>
        <p:nvSpPr>
          <p:cNvPr id="6" name="Text 4"/>
          <p:cNvSpPr/>
          <p:nvPr/>
        </p:nvSpPr>
        <p:spPr>
          <a:xfrm>
            <a:off x="838200" y="2388096"/>
            <a:ext cx="16611600" cy="881955"/>
          </a:xfrm>
          <a:prstGeom prst="roundRect">
            <a:avLst>
              <a:gd name="adj" fmla="val 12960"/>
            </a:avLst>
          </a:prstGeom>
          <a:solidFill>
            <a:srgbClr val="F2EFDE"/>
          </a:solidFill>
          <a:ln w="9525">
            <a:solidFill>
              <a:srgbClr val="E1DBC0"/>
            </a:solidFill>
          </a:ln>
        </p:spPr>
        <p:txBody>
          <a:bodyPr wrap="square" rtlCol="0" anchor="ctr"/>
          <a:lstStyle/>
          <a:p>
            <a:pPr indent="0" marL="0">
              <a:buNone/>
            </a:pPr>
            <a:endParaRPr lang="en-US" dirty="0"/>
          </a:p>
        </p:txBody>
      </p:sp>
      <p:sp>
        <p:nvSpPr>
          <p:cNvPr id="7" name="Text 5"/>
          <p:cNvSpPr/>
          <p:nvPr/>
        </p:nvSpPr>
        <p:spPr>
          <a:xfrm>
            <a:off x="1114425" y="2588121"/>
            <a:ext cx="427482" cy="481905"/>
          </a:xfrm>
          <a:prstGeom prst="rect">
            <a:avLst/>
          </a:prstGeom>
          <a:noFill/>
          <a:ln/>
        </p:spPr>
        <p:txBody>
          <a:bodyPr wrap="square" lIns="0" tIns="0" rIns="0" bIns="0" rtlCol="0" anchor="t"/>
          <a:lstStyle/>
          <a:p>
            <a:pPr algn="l" indent="0" marL="0">
              <a:lnSpc>
                <a:spcPts val="3795"/>
              </a:lnSpc>
              <a:buNone/>
            </a:pPr>
            <a:r>
              <a:rPr lang="en-US" sz="3300" b="1" dirty="0">
                <a:solidFill>
                  <a:srgbClr val="4C7A2C"/>
                </a:solidFill>
                <a:latin typeface="Noto Serif SC" pitchFamily="34" charset="0"/>
                <a:ea typeface="Noto Serif SC" pitchFamily="34" charset="-122"/>
                <a:cs typeface="Noto Serif SC" pitchFamily="34" charset="-120"/>
              </a:rPr>
              <a:t>1</a:t>
            </a:r>
            <a:endParaRPr lang="en-US" sz="3300" dirty="0"/>
          </a:p>
        </p:txBody>
      </p:sp>
      <p:sp>
        <p:nvSpPr>
          <p:cNvPr id="8" name="Text 6"/>
          <p:cNvSpPr/>
          <p:nvPr/>
        </p:nvSpPr>
        <p:spPr>
          <a:xfrm>
            <a:off x="1762125" y="2588121"/>
            <a:ext cx="6015868" cy="426690"/>
          </a:xfrm>
          <a:prstGeom prst="rect">
            <a:avLst/>
          </a:prstGeom>
          <a:noFill/>
          <a:ln/>
        </p:spPr>
        <p:txBody>
          <a:bodyPr wrap="square" lIns="0" tIns="0" rIns="0" bIns="0" rtlCol="0" anchor="t"/>
          <a:lstStyle/>
          <a:p>
            <a:pPr algn="l" indent="0" marL="0">
              <a:lnSpc>
                <a:spcPts val="3360"/>
              </a:lnSpc>
              <a:buNone/>
            </a:pPr>
            <a:r>
              <a:rPr lang="en-US" sz="2400" dirty="0">
                <a:solidFill>
                  <a:srgbClr val="24321C"/>
                </a:solidFill>
                <a:latin typeface="Noto Sans" pitchFamily="34" charset="0"/>
                <a:ea typeface="Noto Sans" pitchFamily="34" charset="-122"/>
                <a:cs typeface="Noto Sans" pitchFamily="34" charset="-120"/>
              </a:rPr>
              <a:t>I can say and write four fruits in Chinese</a:t>
            </a:r>
            <a:endParaRPr lang="en-US" sz="2400" dirty="0"/>
          </a:p>
        </p:txBody>
      </p:sp>
      <p:sp>
        <p:nvSpPr>
          <p:cNvPr id="9" name="Text 7"/>
          <p:cNvSpPr/>
          <p:nvPr/>
        </p:nvSpPr>
        <p:spPr>
          <a:xfrm>
            <a:off x="838200" y="3393877"/>
            <a:ext cx="16611600" cy="881955"/>
          </a:xfrm>
          <a:prstGeom prst="roundRect">
            <a:avLst>
              <a:gd name="adj" fmla="val 12960"/>
            </a:avLst>
          </a:prstGeom>
          <a:solidFill>
            <a:srgbClr val="F2EFDE"/>
          </a:solidFill>
          <a:ln w="9525">
            <a:solidFill>
              <a:srgbClr val="E1DBC0"/>
            </a:solidFill>
          </a:ln>
        </p:spPr>
        <p:txBody>
          <a:bodyPr wrap="square" rtlCol="0" anchor="ctr"/>
          <a:lstStyle/>
          <a:p>
            <a:pPr indent="0" marL="0">
              <a:buNone/>
            </a:pPr>
            <a:endParaRPr lang="en-US" dirty="0"/>
          </a:p>
        </p:txBody>
      </p:sp>
      <p:sp>
        <p:nvSpPr>
          <p:cNvPr id="10" name="Text 8"/>
          <p:cNvSpPr/>
          <p:nvPr/>
        </p:nvSpPr>
        <p:spPr>
          <a:xfrm>
            <a:off x="1114425" y="3593902"/>
            <a:ext cx="427482" cy="481905"/>
          </a:xfrm>
          <a:prstGeom prst="rect">
            <a:avLst/>
          </a:prstGeom>
          <a:noFill/>
          <a:ln/>
        </p:spPr>
        <p:txBody>
          <a:bodyPr wrap="square" lIns="0" tIns="0" rIns="0" bIns="0" rtlCol="0" anchor="t"/>
          <a:lstStyle/>
          <a:p>
            <a:pPr algn="l" indent="0" marL="0">
              <a:lnSpc>
                <a:spcPts val="3795"/>
              </a:lnSpc>
              <a:buNone/>
            </a:pPr>
            <a:r>
              <a:rPr lang="en-US" sz="3300" b="1" dirty="0">
                <a:solidFill>
                  <a:srgbClr val="4C7A2C"/>
                </a:solidFill>
                <a:latin typeface="Noto Serif SC" pitchFamily="34" charset="0"/>
                <a:ea typeface="Noto Serif SC" pitchFamily="34" charset="-122"/>
                <a:cs typeface="Noto Serif SC" pitchFamily="34" charset="-120"/>
              </a:rPr>
              <a:t>2</a:t>
            </a:r>
            <a:endParaRPr lang="en-US" sz="3300" dirty="0"/>
          </a:p>
        </p:txBody>
      </p:sp>
      <p:sp>
        <p:nvSpPr>
          <p:cNvPr id="11" name="Text 9"/>
          <p:cNvSpPr/>
          <p:nvPr/>
        </p:nvSpPr>
        <p:spPr>
          <a:xfrm>
            <a:off x="1762125" y="3593902"/>
            <a:ext cx="4250683" cy="426690"/>
          </a:xfrm>
          <a:prstGeom prst="rect">
            <a:avLst/>
          </a:prstGeom>
          <a:noFill/>
          <a:ln/>
        </p:spPr>
        <p:txBody>
          <a:bodyPr wrap="square" lIns="0" tIns="0" rIns="0" bIns="0" rtlCol="0" anchor="t"/>
          <a:lstStyle/>
          <a:p>
            <a:pPr algn="l" indent="0" marL="0">
              <a:lnSpc>
                <a:spcPts val="3360"/>
              </a:lnSpc>
              <a:buNone/>
            </a:pPr>
            <a:r>
              <a:rPr lang="en-US" sz="2400" dirty="0">
                <a:solidFill>
                  <a:srgbClr val="24321C"/>
                </a:solidFill>
                <a:latin typeface="Noto Sans" pitchFamily="34" charset="0"/>
                <a:ea typeface="Noto Sans" pitchFamily="34" charset="-122"/>
                <a:cs typeface="Noto Sans" pitchFamily="34" charset="-120"/>
              </a:rPr>
              <a:t>I can ask 你喜欢吃什么水果？</a:t>
            </a:r>
            <a:endParaRPr lang="en-US" sz="2400" dirty="0"/>
          </a:p>
        </p:txBody>
      </p:sp>
      <p:sp>
        <p:nvSpPr>
          <p:cNvPr id="12" name="Text 10"/>
          <p:cNvSpPr/>
          <p:nvPr/>
        </p:nvSpPr>
        <p:spPr>
          <a:xfrm>
            <a:off x="838200" y="4399657"/>
            <a:ext cx="16611600" cy="881955"/>
          </a:xfrm>
          <a:prstGeom prst="roundRect">
            <a:avLst>
              <a:gd name="adj" fmla="val 12960"/>
            </a:avLst>
          </a:prstGeom>
          <a:solidFill>
            <a:srgbClr val="F2EFDE"/>
          </a:solidFill>
          <a:ln w="9525">
            <a:solidFill>
              <a:srgbClr val="E1DBC0"/>
            </a:solidFill>
          </a:ln>
        </p:spPr>
        <p:txBody>
          <a:bodyPr wrap="square" rtlCol="0" anchor="ctr"/>
          <a:lstStyle/>
          <a:p>
            <a:pPr indent="0" marL="0">
              <a:buNone/>
            </a:pPr>
            <a:endParaRPr lang="en-US" dirty="0"/>
          </a:p>
        </p:txBody>
      </p:sp>
      <p:sp>
        <p:nvSpPr>
          <p:cNvPr id="13" name="Text 11"/>
          <p:cNvSpPr/>
          <p:nvPr/>
        </p:nvSpPr>
        <p:spPr>
          <a:xfrm>
            <a:off x="1114425" y="4599682"/>
            <a:ext cx="427482" cy="481905"/>
          </a:xfrm>
          <a:prstGeom prst="rect">
            <a:avLst/>
          </a:prstGeom>
          <a:noFill/>
          <a:ln/>
        </p:spPr>
        <p:txBody>
          <a:bodyPr wrap="square" lIns="0" tIns="0" rIns="0" bIns="0" rtlCol="0" anchor="t"/>
          <a:lstStyle/>
          <a:p>
            <a:pPr algn="l" indent="0" marL="0">
              <a:lnSpc>
                <a:spcPts val="3795"/>
              </a:lnSpc>
              <a:buNone/>
            </a:pPr>
            <a:r>
              <a:rPr lang="en-US" sz="3300" b="1" dirty="0">
                <a:solidFill>
                  <a:srgbClr val="4C7A2C"/>
                </a:solidFill>
                <a:latin typeface="Noto Serif SC" pitchFamily="34" charset="0"/>
                <a:ea typeface="Noto Serif SC" pitchFamily="34" charset="-122"/>
                <a:cs typeface="Noto Serif SC" pitchFamily="34" charset="-120"/>
              </a:rPr>
              <a:t>3</a:t>
            </a:r>
            <a:endParaRPr lang="en-US" sz="3300" dirty="0"/>
          </a:p>
        </p:txBody>
      </p:sp>
      <p:sp>
        <p:nvSpPr>
          <p:cNvPr id="14" name="Text 12"/>
          <p:cNvSpPr/>
          <p:nvPr/>
        </p:nvSpPr>
        <p:spPr>
          <a:xfrm>
            <a:off x="1762125" y="4599682"/>
            <a:ext cx="3885593" cy="426690"/>
          </a:xfrm>
          <a:prstGeom prst="rect">
            <a:avLst/>
          </a:prstGeom>
          <a:noFill/>
          <a:ln/>
        </p:spPr>
        <p:txBody>
          <a:bodyPr wrap="square" lIns="0" tIns="0" rIns="0" bIns="0" rtlCol="0" anchor="t"/>
          <a:lstStyle/>
          <a:p>
            <a:pPr algn="l" indent="0" marL="0">
              <a:lnSpc>
                <a:spcPts val="3360"/>
              </a:lnSpc>
              <a:buNone/>
            </a:pPr>
            <a:r>
              <a:rPr lang="en-US" sz="2400" dirty="0">
                <a:solidFill>
                  <a:srgbClr val="24321C"/>
                </a:solidFill>
                <a:latin typeface="Noto Sans" pitchFamily="34" charset="0"/>
                <a:ea typeface="Noto Sans" pitchFamily="34" charset="-122"/>
                <a:cs typeface="Noto Sans" pitchFamily="34" charset="-120"/>
              </a:rPr>
              <a:t>I can use 都 to cover a list</a:t>
            </a:r>
            <a:endParaRPr lang="en-US" sz="2400" dirty="0"/>
          </a:p>
        </p:txBody>
      </p:sp>
      <p:sp>
        <p:nvSpPr>
          <p:cNvPr id="15" name="Text 13"/>
          <p:cNvSpPr/>
          <p:nvPr/>
        </p:nvSpPr>
        <p:spPr>
          <a:xfrm>
            <a:off x="838200" y="5405438"/>
            <a:ext cx="16611600" cy="881955"/>
          </a:xfrm>
          <a:prstGeom prst="roundRect">
            <a:avLst>
              <a:gd name="adj" fmla="val 12960"/>
            </a:avLst>
          </a:prstGeom>
          <a:solidFill>
            <a:srgbClr val="F2EFDE"/>
          </a:solidFill>
          <a:ln w="9525">
            <a:solidFill>
              <a:srgbClr val="E1DBC0"/>
            </a:solidFill>
          </a:ln>
        </p:spPr>
        <p:txBody>
          <a:bodyPr wrap="square" rtlCol="0" anchor="ctr"/>
          <a:lstStyle/>
          <a:p>
            <a:pPr indent="0" marL="0">
              <a:buNone/>
            </a:pPr>
            <a:endParaRPr lang="en-US" dirty="0"/>
          </a:p>
        </p:txBody>
      </p:sp>
      <p:sp>
        <p:nvSpPr>
          <p:cNvPr id="16" name="Text 14"/>
          <p:cNvSpPr/>
          <p:nvPr/>
        </p:nvSpPr>
        <p:spPr>
          <a:xfrm>
            <a:off x="1114425" y="5605463"/>
            <a:ext cx="427482" cy="481905"/>
          </a:xfrm>
          <a:prstGeom prst="rect">
            <a:avLst/>
          </a:prstGeom>
          <a:noFill/>
          <a:ln/>
        </p:spPr>
        <p:txBody>
          <a:bodyPr wrap="square" lIns="0" tIns="0" rIns="0" bIns="0" rtlCol="0" anchor="t"/>
          <a:lstStyle/>
          <a:p>
            <a:pPr algn="l" indent="0" marL="0">
              <a:lnSpc>
                <a:spcPts val="3795"/>
              </a:lnSpc>
              <a:buNone/>
            </a:pPr>
            <a:r>
              <a:rPr lang="en-US" sz="3300" b="1" dirty="0">
                <a:solidFill>
                  <a:srgbClr val="4C7A2C"/>
                </a:solidFill>
                <a:latin typeface="Noto Serif SC" pitchFamily="34" charset="0"/>
                <a:ea typeface="Noto Serif SC" pitchFamily="34" charset="-122"/>
                <a:cs typeface="Noto Serif SC" pitchFamily="34" charset="-120"/>
              </a:rPr>
              <a:t>4</a:t>
            </a:r>
            <a:endParaRPr lang="en-US" sz="3300" dirty="0"/>
          </a:p>
        </p:txBody>
      </p:sp>
      <p:sp>
        <p:nvSpPr>
          <p:cNvPr id="17" name="Text 15"/>
          <p:cNvSpPr/>
          <p:nvPr/>
        </p:nvSpPr>
        <p:spPr>
          <a:xfrm>
            <a:off x="1762125" y="5605463"/>
            <a:ext cx="7031593" cy="426690"/>
          </a:xfrm>
          <a:prstGeom prst="rect">
            <a:avLst/>
          </a:prstGeom>
          <a:noFill/>
          <a:ln/>
        </p:spPr>
        <p:txBody>
          <a:bodyPr wrap="square" lIns="0" tIns="0" rIns="0" bIns="0" rtlCol="0" anchor="t"/>
          <a:lstStyle/>
          <a:p>
            <a:pPr algn="l" indent="0" marL="0">
              <a:lnSpc>
                <a:spcPts val="3360"/>
              </a:lnSpc>
              <a:buNone/>
            </a:pPr>
            <a:r>
              <a:rPr lang="en-US" sz="2400" dirty="0">
                <a:solidFill>
                  <a:srgbClr val="24321C"/>
                </a:solidFill>
                <a:latin typeface="Noto Sans" pitchFamily="34" charset="0"/>
                <a:ea typeface="Noto Sans" pitchFamily="34" charset="-122"/>
                <a:cs typeface="Noto Sans" pitchFamily="34" charset="-120"/>
              </a:rPr>
              <a:t>I can sort food words into vegetables and fruits</a:t>
            </a:r>
            <a:endParaRPr lang="en-US" sz="2400" dirty="0"/>
          </a:p>
        </p:txBody>
      </p:sp>
      <p:sp>
        <p:nvSpPr>
          <p:cNvPr id="18" name="Text 16"/>
          <p:cNvSpPr/>
          <p:nvPr/>
        </p:nvSpPr>
        <p:spPr>
          <a:xfrm>
            <a:off x="838200" y="6287393"/>
            <a:ext cx="16611600" cy="1663898"/>
          </a:xfrm>
          <a:prstGeom prst="roundRect">
            <a:avLst>
              <a:gd name="adj" fmla="val 6869"/>
            </a:avLst>
          </a:prstGeom>
          <a:solidFill>
            <a:srgbClr val="B96A12">
              <a:alpha val="14000"/>
            </a:srgbClr>
          </a:solidFill>
          <a:ln w="19050">
            <a:solidFill>
              <a:srgbClr val="B96A12"/>
            </a:solidFill>
          </a:ln>
        </p:spPr>
        <p:txBody>
          <a:bodyPr wrap="square" rtlCol="0" anchor="ctr"/>
          <a:lstStyle/>
          <a:p>
            <a:pPr indent="0" marL="0">
              <a:buNone/>
            </a:pPr>
            <a:endParaRPr lang="en-US" dirty="0"/>
          </a:p>
        </p:txBody>
      </p:sp>
      <p:sp>
        <p:nvSpPr>
          <p:cNvPr id="19" name="Text 17"/>
          <p:cNvSpPr/>
          <p:nvPr/>
        </p:nvSpPr>
        <p:spPr>
          <a:xfrm>
            <a:off x="1123950" y="6515993"/>
            <a:ext cx="8974541" cy="285750"/>
          </a:xfrm>
          <a:prstGeom prst="rect">
            <a:avLst/>
          </a:prstGeom>
          <a:noFill/>
          <a:ln/>
        </p:spPr>
        <p:txBody>
          <a:bodyPr wrap="square" lIns="0" tIns="0" rIns="0" bIns="0" rtlCol="0" anchor="t"/>
          <a:lstStyle/>
          <a:p>
            <a:pPr algn="l" indent="0" marL="0">
              <a:buNone/>
            </a:pPr>
            <a:r>
              <a:rPr lang="en-US" sz="1650" b="1" dirty="0">
                <a:solidFill>
                  <a:srgbClr val="B96A12"/>
                </a:solidFill>
                <a:latin typeface="Noto Sans" pitchFamily="34" charset="0"/>
                <a:ea typeface="Noto Sans" pitchFamily="34" charset="-122"/>
                <a:cs typeface="Noto Sans" pitchFamily="34" charset="-120"/>
              </a:rPr>
              <a:t>EXIT TICKET · 出门条</a:t>
            </a:r>
            <a:endParaRPr lang="en-US" sz="1650" dirty="0"/>
          </a:p>
        </p:txBody>
      </p:sp>
      <p:sp>
        <p:nvSpPr>
          <p:cNvPr id="20" name="Text 18"/>
          <p:cNvSpPr/>
          <p:nvPr/>
        </p:nvSpPr>
        <p:spPr>
          <a:xfrm>
            <a:off x="1123950" y="6801743"/>
            <a:ext cx="8974541" cy="414338"/>
          </a:xfrm>
          <a:prstGeom prst="rect">
            <a:avLst/>
          </a:prstGeom>
          <a:noFill/>
          <a:ln/>
        </p:spPr>
        <p:txBody>
          <a:bodyPr wrap="square" lIns="0" tIns="0" rIns="0" bIns="0" rtlCol="0" anchor="t"/>
          <a:lstStyle/>
          <a:p>
            <a:pPr algn="l" indent="0" marL="0">
              <a:lnSpc>
                <a:spcPts val="3263"/>
              </a:lnSpc>
              <a:buNone/>
            </a:pPr>
            <a:r>
              <a:rPr lang="en-US" sz="2250" dirty="0">
                <a:solidFill>
                  <a:srgbClr val="24321C"/>
                </a:solidFill>
                <a:latin typeface="Noto Sans" pitchFamily="34" charset="0"/>
                <a:ea typeface="Noto Sans" pitchFamily="34" charset="-122"/>
                <a:cs typeface="Noto Sans" pitchFamily="34" charset="-120"/>
              </a:rPr>
              <a:t>Complete it, then add one more sentence naming your favourite:</a:t>
            </a:r>
            <a:endParaRPr lang="en-US" sz="2250" dirty="0"/>
          </a:p>
        </p:txBody>
      </p:sp>
      <p:sp>
        <p:nvSpPr>
          <p:cNvPr id="21" name="Text 19"/>
          <p:cNvSpPr/>
          <p:nvPr/>
        </p:nvSpPr>
        <p:spPr>
          <a:xfrm>
            <a:off x="1123950" y="7216080"/>
            <a:ext cx="8974541" cy="506611"/>
          </a:xfrm>
          <a:prstGeom prst="rect">
            <a:avLst/>
          </a:prstGeom>
          <a:noFill/>
          <a:ln/>
        </p:spPr>
        <p:txBody>
          <a:bodyPr wrap="square" lIns="0" tIns="0" rIns="0" bIns="0" rtlCol="0" anchor="t"/>
          <a:lstStyle/>
          <a:p>
            <a:pPr algn="l" indent="0" marL="0">
              <a:lnSpc>
                <a:spcPts val="3990"/>
              </a:lnSpc>
              <a:buNone/>
            </a:pPr>
            <a:r>
              <a:rPr lang="en-US" sz="2850" b="1" dirty="0">
                <a:solidFill>
                  <a:srgbClr val="24321C"/>
                </a:solidFill>
                <a:latin typeface="Noto Serif SC" pitchFamily="34" charset="0"/>
                <a:ea typeface="Noto Serif SC" pitchFamily="34" charset="-122"/>
                <a:cs typeface="Noto Serif SC" pitchFamily="34" charset="-120"/>
              </a:rPr>
              <a:t>苹果、香蕉、橘子，我都 __________ 。</a:t>
            </a:r>
            <a:endParaRPr lang="en-US" sz="2850" dirty="0"/>
          </a:p>
        </p:txBody>
      </p:sp>
      <p:sp>
        <p:nvSpPr>
          <p:cNvPr id="22" name="Text 20"/>
          <p:cNvSpPr/>
          <p:nvPr/>
        </p:nvSpPr>
        <p:spPr>
          <a:xfrm>
            <a:off x="838200" y="7951291"/>
            <a:ext cx="16611600" cy="1157288"/>
          </a:xfrm>
          <a:prstGeom prst="roundRect">
            <a:avLst>
              <a:gd name="adj" fmla="val 9877"/>
            </a:avLst>
          </a:prstGeom>
          <a:solidFill>
            <a:srgbClr val="4C7A2C">
              <a:alpha val="12000"/>
            </a:srgbClr>
          </a:solidFill>
          <a:ln w="19050">
            <a:solidFill>
              <a:srgbClr val="4C7A2C"/>
            </a:solidFill>
          </a:ln>
        </p:spPr>
        <p:txBody>
          <a:bodyPr wrap="square" rtlCol="0" anchor="ctr"/>
          <a:lstStyle/>
          <a:p>
            <a:pPr indent="0" marL="0">
              <a:buNone/>
            </a:pPr>
            <a:endParaRPr lang="en-US" dirty="0"/>
          </a:p>
        </p:txBody>
      </p:sp>
      <p:sp>
        <p:nvSpPr>
          <p:cNvPr id="23" name="Text 21"/>
          <p:cNvSpPr/>
          <p:nvPr/>
        </p:nvSpPr>
        <p:spPr>
          <a:xfrm>
            <a:off x="1123950" y="8179891"/>
            <a:ext cx="8759130" cy="285750"/>
          </a:xfrm>
          <a:prstGeom prst="rect">
            <a:avLst/>
          </a:prstGeom>
          <a:noFill/>
          <a:ln/>
        </p:spPr>
        <p:txBody>
          <a:bodyPr wrap="square" lIns="0" tIns="0" rIns="0" bIns="0" rtlCol="0" anchor="t"/>
          <a:lstStyle/>
          <a:p>
            <a:pPr algn="l" indent="0" marL="0">
              <a:buNone/>
            </a:pPr>
            <a:r>
              <a:rPr lang="en-US" sz="1650" b="1" dirty="0">
                <a:solidFill>
                  <a:srgbClr val="4C7A2C"/>
                </a:solidFill>
                <a:latin typeface="Noto Sans" pitchFamily="34" charset="0"/>
                <a:ea typeface="Noto Sans" pitchFamily="34" charset="-122"/>
                <a:cs typeface="Noto Sans" pitchFamily="34" charset="-120"/>
              </a:rPr>
              <a:t>NEXT LESSON · 下节课</a:t>
            </a:r>
            <a:endParaRPr lang="en-US" sz="1650" dirty="0"/>
          </a:p>
        </p:txBody>
      </p:sp>
      <p:sp>
        <p:nvSpPr>
          <p:cNvPr id="24" name="Text 22"/>
          <p:cNvSpPr/>
          <p:nvPr/>
        </p:nvSpPr>
        <p:spPr>
          <a:xfrm>
            <a:off x="1123950" y="8465641"/>
            <a:ext cx="8759130" cy="414338"/>
          </a:xfrm>
          <a:prstGeom prst="rect">
            <a:avLst/>
          </a:prstGeom>
          <a:noFill/>
          <a:ln/>
        </p:spPr>
        <p:txBody>
          <a:bodyPr wrap="square" lIns="0" tIns="0" rIns="0" bIns="0" rtlCol="0" anchor="t"/>
          <a:lstStyle/>
          <a:p>
            <a:pPr algn="l" indent="0" marL="0">
              <a:lnSpc>
                <a:spcPts val="3263"/>
              </a:lnSpc>
              <a:buNone/>
            </a:pPr>
            <a:r>
              <a:rPr lang="en-US" sz="2250" dirty="0">
                <a:solidFill>
                  <a:srgbClr val="24321C"/>
                </a:solidFill>
                <a:latin typeface="Noto Sans" pitchFamily="34" charset="0"/>
                <a:ea typeface="Noto Sans" pitchFamily="34" charset="-122"/>
                <a:cs typeface="Noto Sans" pitchFamily="34" charset="-120"/>
              </a:rPr>
              <a:t>Two more fruits, the word 这些, and the whole Text 2 dialogue.</a:t>
            </a:r>
            <a:endParaRPr lang="en-US" sz="2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2026-09-14T04:54:55Z</dcterms:created>
  <dcterms:modified xsi:type="dcterms:W3CDTF">2026-09-14T04:54:55Z</dcterms:modified>
</cp:coreProperties>
</file>