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Vegetables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 · 50 minutes · 课本 p.90–91</a:t>
            </a:r>
            <a:endParaRPr lang="en-US" sz="2250" dirty="0"/>
          </a:p>
        </p:txBody>
      </p:sp>
      <p:pic>
        <p:nvPicPr>
          <p:cNvPr id="9" name="Image 0" descr="/Users/luojiahai/code/deck/index/designs/y8-l10/img/shuca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0/img/shengca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0/img/huanggua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0/img/tud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0/img/caihuar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28421"/>
            <a:ext cx="1428750" cy="1428750"/>
          </a:xfrm>
          <a:prstGeom prst="rect">
            <a:avLst/>
          </a:prstGeom>
        </p:spPr>
      </p:pic>
      <p:pic>
        <p:nvPicPr>
          <p:cNvPr id="14" name="Image 5" descr="/Users/luojiahai/code/deck/index/designs/y8-l10/img/xihongshi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4405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HOW MUCH DO YOU LIKE IT?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6101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14150" y="1666875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200" y="2724150"/>
            <a:ext cx="5435501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6101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4150" y="2724150"/>
            <a:ext cx="5435650" cy="904875"/>
          </a:xfrm>
          <a:prstGeom prst="roundRect">
            <a:avLst>
              <a:gd name="adj" fmla="val 12632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200" y="3629025"/>
            <a:ext cx="16611600" cy="2078236"/>
          </a:xfrm>
          <a:prstGeom prst="roundRect">
            <a:avLst>
              <a:gd name="adj" fmla="val 5500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23950" y="3857625"/>
            <a:ext cx="163609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· 今天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23950" y="4143375"/>
            <a:ext cx="1636090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already know how to say how much you like doing something. Today we keep that language and change what comes after 吃.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23950" y="4972050"/>
            <a:ext cx="16360902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209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207865"/>
            <a:ext cx="16611600" cy="1962150"/>
          </a:xfrm>
          <a:prstGeom prst="roundRect">
            <a:avLst>
              <a:gd name="adj" fmla="val 9709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47775" y="2503140"/>
            <a:ext cx="161082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common vegetables in Chinese and say which ones we like eating.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38200" y="44748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我会……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960590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5160615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5160615"/>
            <a:ext cx="71020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read six vegetables in Chinese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62125" y="5663505"/>
            <a:ext cx="71020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 · 生菜 · 黄瓜 · 土豆 · 菜花儿 · 西红柿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38200" y="6444555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6644580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62125" y="6644580"/>
            <a:ext cx="658452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someone what vegetables they like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62125" y="7147471"/>
            <a:ext cx="658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38200" y="7928521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8128546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62125" y="8128546"/>
            <a:ext cx="781915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much I like a vegetable using 很 / 不太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62125" y="8631436"/>
            <a:ext cx="7819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我很喜欢吃黄瓜。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0/img/shuca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61532" y="5709345"/>
            <a:ext cx="13812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shūcài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018211" y="7806630"/>
            <a:ext cx="16737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vegetables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0/img/shengca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26714" y="5709345"/>
            <a:ext cx="18820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shēngcài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2682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927062" y="7806630"/>
            <a:ext cx="10652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lettuce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shūcài.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eating vegetables.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hěn xǐhuan chī shēngcài.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really like eating lettuce.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shūcài, wǒ měi tiān dōu chī shēngcài.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，我每天都吃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vegetables — I eat lettuce every day.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 One sentence.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about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someone else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in two clauses — then say it aloud without reading it.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我妈妈很喜欢吃生菜，我不太喜欢吃。</a:t>
            </a:r>
            <a:endParaRPr lang="en-US" sz="2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0/img/huanggu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31431" y="5709345"/>
            <a:ext cx="205482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huángguā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085779" y="7806630"/>
            <a:ext cx="15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cucumber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0/img/tudou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46993" y="5709345"/>
            <a:ext cx="12285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tǔdòu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22682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950279" y="7806630"/>
            <a:ext cx="1017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potato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huángguā.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eating cucumber.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Tǔdòu wǒ yě xǐhuan chī.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我也喜欢吃。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potatoes too.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Huángguā hé tǔdòu wǒ dōu xǐhuan chī.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我都喜欢吃。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both cucumber and potato.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04704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9529"/>
            <a:ext cx="16611600" cy="2308771"/>
          </a:xfrm>
          <a:prstGeom prst="roundRect">
            <a:avLst>
              <a:gd name="adj" fmla="val 8251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81004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和 ______ 我都喜欢吃。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6299"/>
            <a:ext cx="1599171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Both blanks. Characters, not pinyin.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08799"/>
            <a:ext cx="16611600" cy="1797248"/>
          </a:xfrm>
          <a:prstGeom prst="roundRect">
            <a:avLst>
              <a:gd name="adj" fmla="val 636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46924"/>
            <a:ext cx="163026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4697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除了…以外 instead, then add a third vegetable and keep the structure working.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61312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除了黄瓜以外，我还喜欢吃土豆。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0/img/caihua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77742" y="5709345"/>
            <a:ext cx="155220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càihuār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067050" y="6433245"/>
            <a:ext cx="3614166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008090" y="7806630"/>
            <a:ext cx="1694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cauliflower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Users/luojiahai/code/deck/index/designs/y8-l10/img/xihongsh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3194745"/>
            <a:ext cx="2381250" cy="23812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24172" y="5709345"/>
            <a:ext cx="209126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xīhóngshì</a:t>
            </a:r>
            <a:endParaRPr lang="en-US" sz="3300" dirty="0"/>
          </a:p>
        </p:txBody>
      </p:sp>
      <p:sp>
        <p:nvSpPr>
          <p:cNvPr id="14" name="Text 10"/>
          <p:cNvSpPr/>
          <p:nvPr/>
        </p:nvSpPr>
        <p:spPr>
          <a:xfrm>
            <a:off x="11677650" y="6433245"/>
            <a:ext cx="3614166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9300" dirty="0"/>
          </a:p>
        </p:txBody>
      </p:sp>
      <p:sp>
        <p:nvSpPr>
          <p:cNvPr id="15" name="Text 11"/>
          <p:cNvSpPr/>
          <p:nvPr/>
        </p:nvSpPr>
        <p:spPr>
          <a:xfrm>
            <a:off x="12906673" y="7806630"/>
            <a:ext cx="110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tomato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77789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82614"/>
            <a:ext cx="16611600" cy="1989832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82614"/>
            <a:ext cx="0" cy="1989832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73114"/>
            <a:ext cx="162248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bú tài xǐhuan chī càihuār.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220789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4000946"/>
            <a:ext cx="1622488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much like eating cauliflower.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62946"/>
            <a:ext cx="16611600" cy="1989832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62946"/>
            <a:ext cx="0" cy="1989832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53446"/>
            <a:ext cx="162248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Xīhóngshì shì hóngsè de.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40112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是红色的。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81279"/>
            <a:ext cx="1622488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Tomatoes are red.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3279"/>
            <a:ext cx="16611600" cy="1989832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3279"/>
            <a:ext cx="0" cy="1989832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3779"/>
            <a:ext cx="1622488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chī xīhóngshì, bù xǐhuan chī càihuār.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8145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，不喜欢吃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61611"/>
            <a:ext cx="1622488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tomatoes, I don't like cauliflower.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714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2918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474393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喜欢吃菜花儿。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47823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喜欢吃西红柿。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653534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Two sentences that disagree with each other.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615559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853684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23468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your partner about both, then report what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said — third person.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64902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他很喜欢吃西红柿，不太喜欢吃菜花儿。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52246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THESE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7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570857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KEY SENTENCE PATTERN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056632"/>
            <a:ext cx="16611600" cy="1922115"/>
          </a:xfrm>
          <a:prstGeom prst="roundRect">
            <a:avLst>
              <a:gd name="adj" fmla="val 9911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3351907"/>
            <a:ext cx="16108299" cy="81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35"/>
              </a:lnSpc>
              <a:buNone/>
            </a:pP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</a:t>
            </a:r>
            <a:r>
              <a:rPr lang="en-US" sz="49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r>
              <a:rPr lang="en-US" sz="49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→ 我喜欢吃……。</a:t>
            </a:r>
            <a:endParaRPr lang="en-US" sz="4950" dirty="0"/>
          </a:p>
        </p:txBody>
      </p:sp>
      <p:sp>
        <p:nvSpPr>
          <p:cNvPr id="8" name="Text 6"/>
          <p:cNvSpPr/>
          <p:nvPr/>
        </p:nvSpPr>
        <p:spPr>
          <a:xfrm>
            <a:off x="1089851" y="4302472"/>
            <a:ext cx="161082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chī shénme shūcài?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5426422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5321647"/>
            <a:ext cx="782097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 — 我喜欢吃黄瓜。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6151215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6046440"/>
            <a:ext cx="916171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 — 我喜欢吃生菜和土豆。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6876008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6771233"/>
            <a:ext cx="759752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我最喜欢吃黄瓜，不太喜欢吃菜花儿。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760080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7496026"/>
            <a:ext cx="849134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除了生菜以外，我还喜欢吃西红柿和土豆。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447800" y="8087469"/>
            <a:ext cx="84913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structures, three vegetables — the hardest one.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EVERYTHING FROM THIS LESSON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0/img/shuca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3525" y="1876425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257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363855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0/img/shengca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875" y="1876425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92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643890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0/img/huanggua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225" y="1876425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327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923925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Users/luojiahai/code/deck/index/designs/y8-l10/img/tudo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575" y="1876425"/>
            <a:ext cx="1219200" cy="1219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53625" y="3190875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4650" dirty="0"/>
          </a:p>
        </p:txBody>
      </p:sp>
      <p:sp>
        <p:nvSpPr>
          <p:cNvPr id="18" name="Text 12"/>
          <p:cNvSpPr/>
          <p:nvPr/>
        </p:nvSpPr>
        <p:spPr>
          <a:xfrm>
            <a:off x="1203960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luojiahai/code/deck/index/designs/y8-l10/img/caihuar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34925" y="1876425"/>
            <a:ext cx="1219200" cy="1219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658725" y="3190875"/>
            <a:ext cx="139903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3600" dirty="0"/>
          </a:p>
        </p:txBody>
      </p:sp>
      <p:sp>
        <p:nvSpPr>
          <p:cNvPr id="21" name="Text 14"/>
          <p:cNvSpPr/>
          <p:nvPr/>
        </p:nvSpPr>
        <p:spPr>
          <a:xfrm>
            <a:off x="14839950" y="1666875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5" descr="/Users/luojiahai/code/deck/index/designs/y8-l10/img/xihongshi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535275" y="1876425"/>
            <a:ext cx="1219200" cy="1219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5459075" y="3190875"/>
            <a:ext cx="139903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分类 SORT THEM — WE 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2703314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24076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7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7861358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Take the two-column sheet: 我喜欢吃 / 我不太喜欢吃.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1013478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Place </a:t>
            </a:r>
            <a:r>
              <a:rPr lang="en-US" sz="24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six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words. Every word goes in a column — nothing left out.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537085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them in characters, not pinyin.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396686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74824" y="4019252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6850" y="3966865"/>
            <a:ext cx="8489677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say two of your placements aloud as full sentences.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8200" y="4635103"/>
            <a:ext cx="16611600" cy="1624310"/>
          </a:xfrm>
          <a:prstGeom prst="roundRect">
            <a:avLst>
              <a:gd name="adj" fmla="val 11728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90625" y="4911328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我很喜欢吃生菜。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190625" y="5447258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我不太喜欢吃菜花儿。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838200" y="6449913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52525" y="6688038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52525" y="7069038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columns instead of two — 我每天吃 / 我有时候吃 / 我不吃 — then join two placements with 除了…以外, and justify one aloud with no notes.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52525" y="7897713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除了黄瓜以外，我还每天吃西红柿。</a:t>
            </a:r>
            <a:endParaRPr lang="en-US" sz="2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采访 VEGETABLE INTERVIEW — YOU 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5737027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55020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 UP · THREE PARTNERS · 8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550079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three people: 你喜欢吃什么蔬菜？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8225385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each answer on your whiteboard — in characters.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9971443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 at your seat, write one sentence about one person you asked.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4090690"/>
            <a:ext cx="16611600" cy="1624310"/>
          </a:xfrm>
          <a:prstGeom prst="roundRect">
            <a:avLst>
              <a:gd name="adj" fmla="val 11728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90625" y="436691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你喜欢吃什么蔬菜？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190625" y="4902845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小明很喜欢吃土豆。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838200" y="5905500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52525" y="614362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52525" y="652462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five people and add a follow-up each time — 你每天都吃吗？ Then report the whole set to the class using 都. No notes on screen.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52525" y="7353300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他们都喜欢吃黄瓜，可是没有人喜欢吃菜花儿。</a:t>
            </a:r>
            <a:endParaRPr lang="en-US" sz="2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1811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拍字 SLAP THE CHARACTER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666875"/>
            <a:ext cx="3466802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743075"/>
            <a:ext cx="31863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TEAMS · 7 MINUTES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333625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7000" y="2386013"/>
            <a:ext cx="103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6850" y="2333625"/>
            <a:ext cx="10648947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player from each team at the board, facing the six character cards.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8200" y="2878038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6164" y="2930426"/>
            <a:ext cx="14603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6850" y="2878038"/>
            <a:ext cx="12011242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says a vegetable in Chinese — first to slap the right card wins the point.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8200" y="3422452"/>
            <a:ext cx="419100" cy="419100"/>
          </a:xfrm>
          <a:prstGeom prst="roundRect">
            <a:avLst>
              <a:gd name="adj" fmla="val 2270455"/>
            </a:avLst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5568" y="3474839"/>
            <a:ext cx="14725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FA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6850" y="3422452"/>
            <a:ext cx="562815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2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Rotate every round so everyone plays.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8200" y="4033540"/>
            <a:ext cx="16611600" cy="1685925"/>
          </a:xfrm>
          <a:prstGeom prst="roundRect">
            <a:avLst>
              <a:gd name="adj" fmla="val 6780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52525" y="4271665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52525" y="4652665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teacher says the word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inside a sentence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instead of on its own — 我妈妈每天都吃这个。 For the last three rounds the slapper must also say the word aloud correctly to keep the point.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40521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我做到了吗？ 👍 / 😐 / 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90986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4425" y="3091011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762125" y="3091011"/>
            <a:ext cx="655841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read six vegetables in Chinese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389676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409679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4096792"/>
            <a:ext cx="425068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你喜欢吃什么蔬菜？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200" y="4902547"/>
            <a:ext cx="16611600" cy="881955"/>
          </a:xfrm>
          <a:prstGeom prst="roundRect">
            <a:avLst>
              <a:gd name="adj" fmla="val 1296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4425" y="5102572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762125" y="5102572"/>
            <a:ext cx="781915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much I like a vegetable using 很 / 不太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200" y="5784503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3950" y="6013103"/>
            <a:ext cx="112742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3950" y="6298853"/>
            <a:ext cx="112742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this in characters. The second half must name at least two vegetables.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23950" y="6713190"/>
            <a:ext cx="11274231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我喜欢吃蔬菜，我 ____________ 。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838200" y="7448401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23950" y="7677001"/>
            <a:ext cx="70627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 · 下节课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23950" y="7962751"/>
            <a:ext cx="706271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to tell someone what they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should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eat — 应该.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2026-09-14T04:54:06Z</dcterms:created>
  <dcterms:modified xsi:type="dcterms:W3CDTF">2026-09-14T04:54:06Z</dcterms:modified>
</cp:coreProperties>
</file>