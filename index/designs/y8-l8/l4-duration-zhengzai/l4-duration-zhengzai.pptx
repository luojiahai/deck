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79355" y="5135563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19427" y="5135563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41616" y="5135563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0" y="4826000"/>
            <a:ext cx="2567432" cy="255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0" dirty="0">
                <a:solidFill>
                  <a:srgbClr val="C8943E">
                    <a:alpha val="4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20000" dirty="0"/>
          </a:p>
        </p:txBody>
      </p:sp>
      <p:sp>
        <p:nvSpPr>
          <p:cNvPr id="6" name="Text 4"/>
          <p:cNvSpPr/>
          <p:nvPr/>
        </p:nvSpPr>
        <p:spPr>
          <a:xfrm>
            <a:off x="3076575" y="1633538"/>
            <a:ext cx="606628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OF 8 · Y8 UNIT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76575" y="1970088"/>
            <a:ext cx="606628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C8943E">
                    <a:alpha val="15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076575" y="3370263"/>
            <a:ext cx="6066282" cy="97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时间长度·正在</a:t>
            </a:r>
            <a:endParaRPr lang="en-US" sz="7500" dirty="0"/>
          </a:p>
        </p:txBody>
      </p:sp>
      <p:sp>
        <p:nvSpPr>
          <p:cNvPr id="9" name="Text 7"/>
          <p:cNvSpPr/>
          <p:nvPr/>
        </p:nvSpPr>
        <p:spPr>
          <a:xfrm>
            <a:off x="3076575" y="4373563"/>
            <a:ext cx="606628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Q&amp;A + 正在 Present Continuous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63268" y="5072063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57155" y="5072063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597227" y="5072063"/>
            <a:ext cx="1019421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Writing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919416" y="5072063"/>
            <a:ext cx="15367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p.71, 76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1784350"/>
            <a:ext cx="5372100" cy="171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9150" y="2552700"/>
            <a:ext cx="5003800" cy="4000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84900" y="1784350"/>
            <a:ext cx="5372100" cy="1714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69050" y="2755900"/>
            <a:ext cx="5003800" cy="584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000" y="3651250"/>
            <a:ext cx="10922000" cy="454025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5B66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77157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5000" y="762000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35000" y="990600"/>
            <a:ext cx="10949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 · L3 Duration + Text 1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35000" y="1447800"/>
            <a:ext cx="10949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Recap Lesson 3's duration pattern and Text 1's family facts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9150" y="2044700"/>
            <a:ext cx="50312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8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 WARM-UP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19150" y="2286000"/>
            <a:ext cx="50312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gives a sport + duration — write the full sentence and hold up your board: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52500" y="2635250"/>
            <a:ext cx="3576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71600" y="2670175"/>
            <a:ext cx="72279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505347" y="2635250"/>
            <a:ext cx="6878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半个小时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254647" y="2670175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57847" y="2635250"/>
            <a:ext cx="16784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她每天游半个小时泳。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69050" y="2044700"/>
            <a:ext cx="50312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8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RECALL · TEXT 1 — GAO LI'S FAMILY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69050" y="2286000"/>
            <a:ext cx="50312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and tell your partner: in Text 1, what sport does Gao Li's family play, and how long?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59550" y="2917825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38950" y="2870200"/>
            <a:ext cx="2447873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for duration words!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38950" y="3073400"/>
            <a:ext cx="2447873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Numbers + 小时 — how long is the sentence saying?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35000" y="3651250"/>
            <a:ext cx="10949432" cy="472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"Yesterday you could make a duration statement. Today you'll learn to ask someone else how long they do a sport — and answer for yourself."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05075"/>
            <a:ext cx="9328150" cy="9080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41725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022725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403725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848225"/>
            <a:ext cx="9271000" cy="584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77157" y="187325"/>
            <a:ext cx="164846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SC · 8–10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6033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83197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1123950" y="2644775"/>
            <a:ext cx="8917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23950" y="2803525"/>
            <a:ext cx="8917432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ask and answer how long someone does a sport, and to describe what people are doing right now.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89000" y="3641725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244600" y="3629025"/>
            <a:ext cx="5067149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你每天/每个星期打几个小时 + sport？ and answer with a duration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9000" y="4022725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44600" y="4010025"/>
            <a:ext cx="5342878" cy="23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full verb + duration + object sentence for any sport learned so far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000" y="4403725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44600" y="4391025"/>
            <a:ext cx="4521645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what someone is doing using 正在 (zhèngzài) + 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9500" y="5019675"/>
            <a:ext cx="1925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46200" y="4962525"/>
            <a:ext cx="3679377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call: 你每天打几个小时网球？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346200" y="5184775"/>
            <a:ext cx="367937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Let a student attempt or guess — then reveal this is exactly today's target question.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740025"/>
            <a:ext cx="1728986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17986" y="2740025"/>
            <a:ext cx="1712119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30105" y="2740025"/>
            <a:ext cx="227389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063875"/>
            <a:ext cx="1728986" cy="4413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17986" y="3063875"/>
            <a:ext cx="1712119" cy="4413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0105" y="3063875"/>
            <a:ext cx="2273895" cy="4413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9000" y="3724275"/>
            <a:ext cx="1104900" cy="6731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16956" y="3724275"/>
            <a:ext cx="1104900" cy="6731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44912" y="3724275"/>
            <a:ext cx="1104900" cy="6731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000" y="4613275"/>
            <a:ext cx="10414000" cy="584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177157" y="187325"/>
            <a:ext cx="169371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Vocabulary Note · 10–20 min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89000" y="183832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89000" y="206692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Note · 词汇笔记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89000" y="2740025"/>
            <a:ext cx="1756418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17986" y="2740025"/>
            <a:ext cx="1739551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30105" y="2740025"/>
            <a:ext cx="2301327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9000" y="3063875"/>
            <a:ext cx="1756418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几个小时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617986" y="3063875"/>
            <a:ext cx="1739551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 ge xiǎoshí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30105" y="3063875"/>
            <a:ext cx="2301327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hours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01750" y="383857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220688" y="4156075"/>
            <a:ext cx="468955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095500" y="3914775"/>
            <a:ext cx="147288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729706" y="383857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2535238" y="4156075"/>
            <a:ext cx="695670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(measure word)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523456" y="3914775"/>
            <a:ext cx="147288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017963" y="3838575"/>
            <a:ext cx="5862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196655" y="4156075"/>
            <a:ext cx="22884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hour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951413" y="3933825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07013" y="3879850"/>
            <a:ext cx="1043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几个小时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1079500" y="4775200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58900" y="4727575"/>
            <a:ext cx="2956469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 (how many) is review from earlier units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358900" y="4930775"/>
            <a:ext cx="295646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 it combines with 小时 to ask about duration specifically.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1500" y="1485900"/>
            <a:ext cx="5441950" cy="2781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2950" y="1974850"/>
            <a:ext cx="5099050" cy="34538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7250" y="2103834"/>
            <a:ext cx="166390" cy="1206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2950" y="2409130"/>
            <a:ext cx="5099050" cy="34538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7250" y="2538115"/>
            <a:ext cx="156567" cy="120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2950" y="2843411"/>
            <a:ext cx="5099050" cy="5143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2950" y="3446661"/>
            <a:ext cx="5099050" cy="5143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8550" y="1485900"/>
            <a:ext cx="5441950" cy="2781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0" y="1974850"/>
            <a:ext cx="5099050" cy="3238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0" y="2387600"/>
            <a:ext cx="5099050" cy="5143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000" y="2990850"/>
            <a:ext cx="5099050" cy="5143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0" y="3594100"/>
            <a:ext cx="5099050" cy="51435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50350" y="3745508"/>
            <a:ext cx="1347887" cy="114300"/>
          </a:xfrm>
          <a:prstGeom prst="roundRect">
            <a:avLst/>
          </a:prstGeom>
          <a:solidFill>
            <a:srgbClr val="D4756B">
              <a:alpha val="15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177157" y="187325"/>
            <a:ext cx="208582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Q&amp;A Pattern + 正在 Recap · 10–20 min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71500" y="762000"/>
            <a:ext cx="11076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71500" y="965200"/>
            <a:ext cx="11076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Sentence Pattern · 关键句型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42950" y="1739900"/>
            <a:ext cx="512648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Q&amp;A · 提问时长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2950" y="1974850"/>
            <a:ext cx="5126482" cy="3636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Q你每天/每个星期 + verb + 几个小时 + object？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42950" y="2409130"/>
            <a:ext cx="5126482" cy="3636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A我每天/每个星期 + verb + duration + object。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3600" y="2925961"/>
            <a:ext cx="48851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你每天跑几个小时步？我每天跑一个小时步。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63600" y="3148211"/>
            <a:ext cx="488518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hours do you jog every day? → I jog for 1 hour every day.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863600" y="3529211"/>
            <a:ext cx="48851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你每个星期打几个小时网球？我每个星期打三个小时网球。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63600" y="3751461"/>
            <a:ext cx="488518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hours a week do you play tennis? → I play tennis for 3 hours a week.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0000" y="1739900"/>
            <a:ext cx="512648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RECAP · 现在进行时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076083" y="2051050"/>
            <a:ext cx="268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079335" y="2060575"/>
            <a:ext cx="1282847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"is [verb]-ing right now"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70650" y="2470150"/>
            <a:ext cx="48851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他正在打篮球。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70650" y="2692400"/>
            <a:ext cx="488518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is playing basketball right now.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470650" y="3073400"/>
            <a:ext cx="48851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她正在跑步。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70650" y="3295650"/>
            <a:ext cx="488518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is jogging right now.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470650" y="3676650"/>
            <a:ext cx="488518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你正在打乒乓球吗？不，我正在写作业！SILLY · PAUSE FOR REACTIONS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470650" y="3898900"/>
            <a:ext cx="488518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Are you playing ping-pong right now? No, I'm doing homework!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41812" y="2425898"/>
            <a:ext cx="772616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813248"/>
            <a:ext cx="10414000" cy="762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3150" y="297199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727648"/>
            <a:ext cx="10414000" cy="762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3150" y="388639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642048"/>
            <a:ext cx="10414000" cy="762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3150" y="480079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77157" y="187325"/>
            <a:ext cx="111417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631752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1860352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89000" y="2393752"/>
            <a:ext cx="10441432" cy="209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WHITEBOARD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3150" y="297199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79550" y="2971998"/>
            <a:ext cx="96667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"How many hours do you swim every day?" Write it.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479550" y="324504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3150" y="388639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86398"/>
            <a:ext cx="96667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你每天几个小时打网球？ What's wrong with the word order?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479550" y="415944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73150" y="480079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800798"/>
            <a:ext cx="96667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Make a sentence with 正在 about someone playing basketball. Write it.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479550" y="507384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6697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260032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1472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3150" y="364807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56247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3150" y="469582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177157" y="187325"/>
            <a:ext cx="104482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5525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78117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73150" y="260032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79550" y="260032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"How many hours do you swim every day?"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79550" y="283527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你每天游几个小时泳？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79550" y="309562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měitiān yóu jǐ ge xiǎoshí yǒng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73150" y="364807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79550" y="364807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你每天几个小时打网球？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79550" y="388302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你每天打几个小时网球？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79550" y="414337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几个小时 comes after the verb, not before — the duration phrase sits between verb and object.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73150" y="469582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69582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sentence — someone playing basketball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479550" y="493077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他/她正在打篮球。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79550" y="519112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tā zhèngzài dǎ lánqiú — He/She is playing basketball right now.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509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2700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298575"/>
            <a:ext cx="501551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670050"/>
            <a:ext cx="5359400" cy="18034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670050"/>
            <a:ext cx="5359400" cy="927001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09570" y="213608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90670" y="213608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09570" y="2395141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71744" y="2395141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7600" y="2711351"/>
            <a:ext cx="5359400" cy="109339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6350" y="3136801"/>
            <a:ext cx="457200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80436" y="3136801"/>
            <a:ext cx="736600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000" y="3957141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1034" y="3957141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67067" y="3957141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177157" y="187325"/>
            <a:ext cx="216162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Written Duration Q&amp;A · 20–28 min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35000" y="8509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563588" y="762000"/>
            <a:ext cx="4370733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Written Duration Q&amp;A Building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35000" y="12700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31913" y="1298575"/>
            <a:ext cx="528983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06450" y="1949450"/>
            <a:ext cx="50439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33450" y="22098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gives a sport + duration prompt — e.g. 网球 / 两个小时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33450" y="24765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the full question-and-answer pair on their whiteboards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33450" y="27432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Repeat with 3 more prompts covering different verb types (打 / 踢 / no-verb)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33450" y="30099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whiteboards after each round for a whole-class check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81750" y="1784350"/>
            <a:ext cx="5050282" cy="147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600" b="1" spc="6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356350" y="2933601"/>
            <a:ext cx="50693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EXAMPLE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356350" y="3136801"/>
            <a:ext cx="4846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77050" y="3184426"/>
            <a:ext cx="6731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980436" y="3136801"/>
            <a:ext cx="7640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两个小时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56350" y="3447951"/>
            <a:ext cx="5069332" cy="2417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你每天打几个小时网球？我每天打两个小时网球。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6600" y="4033341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402634" y="4033341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068667" y="4033341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509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2700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298575"/>
            <a:ext cx="1031180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670050"/>
            <a:ext cx="5359400" cy="1993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670050"/>
            <a:ext cx="5359400" cy="22352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37300" y="2165350"/>
            <a:ext cx="5080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37300" y="2495550"/>
            <a:ext cx="5080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37300" y="2825750"/>
            <a:ext cx="5080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37300" y="3155950"/>
            <a:ext cx="5080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37300" y="3486150"/>
            <a:ext cx="5080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7600" y="4006850"/>
            <a:ext cx="5359400" cy="9398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" y="508635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01034" y="508635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67067" y="508635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177157" y="187325"/>
            <a:ext cx="204941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正在 Pictures + TPR · 28–36 min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35000" y="8509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63588" y="762000"/>
            <a:ext cx="397673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 Picture Sentences + TPR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35000" y="12700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331913" y="1298575"/>
            <a:ext cx="105861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06450" y="1949450"/>
            <a:ext cx="50439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33450" y="2209800"/>
            <a:ext cx="49169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each people-doing-sport picture one at a time — Act.1 (p.71) + Act.10 (p.76) pictures combined into one set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33450" y="26670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first write a 正在 sentence describing the picture on their whiteboard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33450" y="29337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Once every picture has been written, teacher calls out phrases at random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33450" y="32004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act out (TPR) the matching picture's action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37300" y="1917700"/>
            <a:ext cx="51074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SPORT VOCABULARY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37300" y="22034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725845" y="2260600"/>
            <a:ext cx="3945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1181854" y="2254250"/>
            <a:ext cx="26287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37300" y="2533650"/>
            <a:ext cx="4465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50004" y="2590800"/>
            <a:ext cx="521145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wǎngqiú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0932616" y="2584450"/>
            <a:ext cx="51211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37300" y="2863850"/>
            <a:ext cx="4465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262791" y="2921000"/>
            <a:ext cx="42440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lánqiú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0748665" y="2914650"/>
            <a:ext cx="69606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337300" y="3194050"/>
            <a:ext cx="5862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打乒乓球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933781" y="3251200"/>
            <a:ext cx="69021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pīngpāngqiú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0685463" y="3244850"/>
            <a:ext cx="75927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table tennis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337300" y="35242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684966" y="3581400"/>
            <a:ext cx="30038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pǎobù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1046817" y="3575050"/>
            <a:ext cx="39791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jog / run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343650" y="4203700"/>
            <a:ext cx="50947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343650" y="4394200"/>
            <a:ext cx="50947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 正在 打篮球。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43650" y="4616450"/>
            <a:ext cx="50947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 正在 跑步。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36600" y="516255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4402634" y="516255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8068667" y="516255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50900"/>
            <a:ext cx="801588" cy="2032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2700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298575"/>
            <a:ext cx="556915" cy="1905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670050"/>
            <a:ext cx="5359400" cy="17272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670050"/>
            <a:ext cx="5359400" cy="18415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62700" y="2190750"/>
            <a:ext cx="203200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2700" y="2482850"/>
            <a:ext cx="203200" cy="2032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2700" y="2774950"/>
            <a:ext cx="203200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2700" y="3067050"/>
            <a:ext cx="203200" cy="2032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" y="365125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1034" y="365125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67067" y="3651250"/>
            <a:ext cx="3589834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177157" y="187325"/>
            <a:ext cx="195306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Partner Dialogue · 36–43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5000" y="8509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63588" y="762000"/>
            <a:ext cx="3538883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Written Partner Dialogue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35000" y="12700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331913" y="129857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06450" y="1949450"/>
            <a:ext cx="50439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33450" y="2209800"/>
            <a:ext cx="49169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write a 3–4 exchange dialogue asking and answering about sport duration for two different sports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33450" y="26670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papers with your partner to check for errors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33450" y="2933700"/>
            <a:ext cx="49169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your dialogue aloud together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62700" y="1930400"/>
            <a:ext cx="5056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DIALOGUE · REFERENCE STRUCTURE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362700" y="2190750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654800" y="2190750"/>
            <a:ext cx="1551432" cy="2163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你每天跑几个小时步？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62700" y="2482850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654800" y="2482850"/>
            <a:ext cx="1551432" cy="2163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我每天跑一个小时步。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62700" y="2774950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654800" y="2774950"/>
            <a:ext cx="2008632" cy="2163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你每个星期打几个小时网球？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62700" y="3067050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654800" y="3067050"/>
            <a:ext cx="2008632" cy="2163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我每个星期打三个小时网球。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6600" y="372745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402634" y="372745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068667" y="3727450"/>
            <a:ext cx="3414066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00100"/>
            <a:ext cx="539651" cy="2032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1938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222375"/>
            <a:ext cx="1003895" cy="1905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555750"/>
            <a:ext cx="3592016" cy="3048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000" y="1962150"/>
            <a:ext cx="10922000" cy="695920"/>
          </a:xfrm>
          <a:prstGeom prst="roundRect">
            <a:avLst/>
          </a:prstGeom>
          <a:solidFill>
            <a:srgbClr val="F6F2E8"/>
          </a:solidFill>
          <a:ln w="317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9150" y="2057400"/>
            <a:ext cx="177800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150" y="2286000"/>
            <a:ext cx="374650" cy="27682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44600" y="2286000"/>
            <a:ext cx="520700" cy="27682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6100" y="2286000"/>
            <a:ext cx="37465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41550" y="2286000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13050" y="2286000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4550" y="2286000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33850" y="2286000"/>
            <a:ext cx="374650" cy="27682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000" y="2746970"/>
            <a:ext cx="10922000" cy="695920"/>
          </a:xfrm>
          <a:prstGeom prst="roundRect">
            <a:avLst/>
          </a:prstGeom>
          <a:solidFill>
            <a:srgbClr val="F6F2E8"/>
          </a:solidFill>
          <a:ln w="31750">
            <a:solidFill>
              <a:srgbClr val="E5DF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150" y="2842220"/>
            <a:ext cx="177800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150" y="3070820"/>
            <a:ext cx="374650" cy="27682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44600" y="3070820"/>
            <a:ext cx="812800" cy="27682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08200" y="3070820"/>
            <a:ext cx="37465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33650" y="3070820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05150" y="3070820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76650" y="3070820"/>
            <a:ext cx="37465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9900" y="3070820"/>
            <a:ext cx="374650" cy="27682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5000" y="3531791"/>
            <a:ext cx="10922000" cy="695920"/>
          </a:xfrm>
          <a:prstGeom prst="roundRect">
            <a:avLst/>
          </a:prstGeom>
          <a:solidFill>
            <a:srgbClr val="F6F2E8"/>
          </a:solidFill>
          <a:ln w="31750">
            <a:solidFill>
              <a:srgbClr val="E5DF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9150" y="3627041"/>
            <a:ext cx="177800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150" y="3855641"/>
            <a:ext cx="374650" cy="27682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44600" y="3855641"/>
            <a:ext cx="520700" cy="27682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16100" y="3855641"/>
            <a:ext cx="37465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1550" y="3855641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13050" y="3855641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4550" y="3855641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33850" y="3855641"/>
            <a:ext cx="374650" cy="27682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5000" y="4316611"/>
            <a:ext cx="10922000" cy="695920"/>
          </a:xfrm>
          <a:prstGeom prst="roundRect">
            <a:avLst/>
          </a:prstGeom>
          <a:solidFill>
            <a:srgbClr val="F6F2E8"/>
          </a:solidFill>
          <a:ln w="31750">
            <a:solidFill>
              <a:srgbClr val="E5DF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9150" y="4411861"/>
            <a:ext cx="177800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9150" y="4640461"/>
            <a:ext cx="374650" cy="27682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44600" y="4640461"/>
            <a:ext cx="520700" cy="27682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816100" y="4640461"/>
            <a:ext cx="37465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41550" y="4640461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13050" y="4640461"/>
            <a:ext cx="52070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4550" y="4640461"/>
            <a:ext cx="374650" cy="27682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87800" y="4640461"/>
            <a:ext cx="374650" cy="27682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5000" y="5139531"/>
            <a:ext cx="10922000" cy="4826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177157" y="187325"/>
            <a:ext cx="121617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Sentence Jumble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35000" y="800100"/>
            <a:ext cx="567083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301651" y="711200"/>
            <a:ext cx="3647627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· 造句比赛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635000" y="11938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331913" y="1222375"/>
            <a:ext cx="103132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RACE!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35000" y="1555750"/>
            <a:ext cx="36194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3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 Order: Subject → 每天/每个星期 → Verb → Duration → Object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290516" y="1641475"/>
            <a:ext cx="320749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correct sentence on your mini whiteboard — race to hold it up!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819150" y="2057400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073150" y="2082800"/>
            <a:ext cx="117588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2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REARRANGE THE WORDS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19150" y="2286000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244600" y="2286000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1816100" y="2286000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2241550" y="2286000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三个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2813050" y="2286000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3384550" y="2286000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3956050" y="2332335"/>
            <a:ext cx="15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133850" y="2286000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819150" y="2842220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73150" y="2867620"/>
            <a:ext cx="117588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2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REARRANGE THE WORDS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819150" y="3070820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1244600" y="3070820"/>
            <a:ext cx="8402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每个星期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2108200" y="3070820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2533650" y="3070820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3105150" y="3070820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3676650" y="3070820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泳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102100" y="3117155"/>
            <a:ext cx="15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4279900" y="3070820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819150" y="3627041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1073150" y="3652441"/>
            <a:ext cx="117588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2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REARRANGE THE WORDS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819150" y="3855641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44600" y="3855641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816100" y="3855641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2241550" y="3855641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2813050" y="3855641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150" dirty="0"/>
          </a:p>
        </p:txBody>
      </p:sp>
      <p:sp>
        <p:nvSpPr>
          <p:cNvPr id="82" name="Text 80"/>
          <p:cNvSpPr/>
          <p:nvPr/>
        </p:nvSpPr>
        <p:spPr>
          <a:xfrm>
            <a:off x="3384550" y="3855641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3956050" y="3901976"/>
            <a:ext cx="15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133850" y="3855641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819150" y="4411861"/>
            <a:ext cx="2052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1073150" y="4437261"/>
            <a:ext cx="117588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2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REARRANGE THE WORDS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819150" y="4640461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150" dirty="0"/>
          </a:p>
        </p:txBody>
      </p:sp>
      <p:sp>
        <p:nvSpPr>
          <p:cNvPr id="88" name="Text 86"/>
          <p:cNvSpPr/>
          <p:nvPr/>
        </p:nvSpPr>
        <p:spPr>
          <a:xfrm>
            <a:off x="1244600" y="4640461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1816100" y="4640461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2241550" y="4640461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2813050" y="4640461"/>
            <a:ext cx="54813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150" dirty="0"/>
          </a:p>
        </p:txBody>
      </p:sp>
      <p:sp>
        <p:nvSpPr>
          <p:cNvPr id="92" name="Text 90"/>
          <p:cNvSpPr/>
          <p:nvPr/>
        </p:nvSpPr>
        <p:spPr>
          <a:xfrm>
            <a:off x="3384550" y="4640461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步</a:t>
            </a:r>
            <a:endParaRPr lang="en-US" sz="1150" dirty="0"/>
          </a:p>
        </p:txBody>
      </p:sp>
      <p:sp>
        <p:nvSpPr>
          <p:cNvPr id="93" name="Text 91"/>
          <p:cNvSpPr/>
          <p:nvPr/>
        </p:nvSpPr>
        <p:spPr>
          <a:xfrm>
            <a:off x="3810000" y="4686796"/>
            <a:ext cx="15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987800" y="4640461"/>
            <a:ext cx="402082" cy="2951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150" dirty="0"/>
          </a:p>
        </p:txBody>
      </p:sp>
      <p:sp>
        <p:nvSpPr>
          <p:cNvPr id="95" name="Text 93"/>
          <p:cNvSpPr/>
          <p:nvPr/>
        </p:nvSpPr>
        <p:spPr>
          <a:xfrm>
            <a:off x="787400" y="5266531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🛠</a:t>
            </a:r>
            <a:endParaRPr lang="en-US" sz="1200" dirty="0"/>
          </a:p>
        </p:txBody>
      </p:sp>
      <p:sp>
        <p:nvSpPr>
          <p:cNvPr id="96" name="Text 94"/>
          <p:cNvSpPr/>
          <p:nvPr/>
        </p:nvSpPr>
        <p:spPr>
          <a:xfrm>
            <a:off x="1028700" y="5228431"/>
            <a:ext cx="2950317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needed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1028700" y="5406231"/>
            <a:ext cx="295031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3–4 scrambled sentences prepared in advance, projected one at a time.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947690"/>
            <a:ext cx="5105400" cy="209917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8550" y="3525540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2550" y="3525540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6550" y="3525540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8550" y="3843040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52550" y="3843040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6550" y="3843040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8550" y="4160540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52550" y="4160540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6550" y="4160540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7600" y="2947690"/>
            <a:ext cx="5105400" cy="209917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7150" y="3525540"/>
            <a:ext cx="4686300" cy="864791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177157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89000" y="198884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89000" y="221744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98550" y="3239790"/>
            <a:ext cx="4713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98550" y="35255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352550" y="35255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606550" y="35255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98550" y="38430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352550" y="38430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06550" y="38430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8550" y="41605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352550" y="41605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606550" y="4160540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7150" y="3239790"/>
            <a:ext cx="4713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91300" y="3652540"/>
            <a:ext cx="43771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591300" y="3836690"/>
            <a:ext cx="4377182" cy="4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question asking a friend how many hours they do a sport each week, and answer it yourself.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7150" y="4517330"/>
            <a:ext cx="4713732" cy="3636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Reuse today's pattern: 你每个星期……几个小时……？</a:t>
            </a:r>
            <a:endParaRPr lang="en-US" sz="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Underline any word you're unsure about — that's your homework focus.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380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19450" y="2896791"/>
            <a:ext cx="18161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87950" y="2896791"/>
            <a:ext cx="18161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6450" y="2896791"/>
            <a:ext cx="18161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18894" y="4439841"/>
            <a:ext cx="1954213" cy="9588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143623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DURATION Q&amp;A + 正在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177157" y="187325"/>
            <a:ext cx="107359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403949" y="1637010"/>
            <a:ext cx="141153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13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L5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384800" y="1871960"/>
            <a:ext cx="1449832" cy="42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49973" y="2331641"/>
            <a:ext cx="3119386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Talking about TV, movies, and weekends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3080941"/>
            <a:ext cx="1424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📺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29000" y="3620691"/>
            <a:ext cx="1424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3842941"/>
            <a:ext cx="1424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 &amp; Movies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397500" y="3080941"/>
            <a:ext cx="1424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🌴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397500" y="3620691"/>
            <a:ext cx="1424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周末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97500" y="3842941"/>
            <a:ext cx="1424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Weekends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366000" y="3080941"/>
            <a:ext cx="1424432" cy="46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366000" y="3620691"/>
            <a:ext cx="1424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66000" y="3842941"/>
            <a:ext cx="1424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Phrase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423694" y="4579541"/>
            <a:ext cx="1372045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PHRASE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5423694" y="4750991"/>
            <a:ext cx="1372045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423694" y="5100241"/>
            <a:ext cx="137204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 really like (mild dislike)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2026-07-20T00:31:56Z</dcterms:created>
  <dcterms:modified xsi:type="dcterms:W3CDTF">2026-07-20T00:31:56Z</dcterms:modified>
</cp:coreProperties>
</file>